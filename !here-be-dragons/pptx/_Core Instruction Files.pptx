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5014F3-A6BE-4325-8E65-F5A85BF2CFE0}">
          <p14:sldIdLst/>
        </p14:section>
        <p14:section name="Core Instruction Files" id="{237FB705-CE56-472A-8643-EB17D70A436E}">
          <p14:sldIdLst>
            <p14:sldId id="33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59" d="100"/>
          <a:sy n="59" d="100"/>
        </p:scale>
        <p:origin x="39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767BAB-577B-443A-89B3-5E4F41B34D3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E4793-0DF3-4E66-8683-DFD371CB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87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781-89FD-CFE8-8512-FD7F83A81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C934F-5C31-A208-0A74-314451E39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05378-FAFD-9A14-7703-5ED1AC78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565DB-D62D-A3C1-4B11-D7DE2CAC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A3656-088C-202E-1FCE-519592AE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50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45E3-9C56-A0C7-6533-5ACAB9A6E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CBD9A-97FE-3E77-EC09-2514C9A0F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F7FE-D065-5420-668F-23479C263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C48DD-0139-73C3-83BB-815C99FC4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D7E99-7EF9-5119-88CD-BC211EB7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6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95C7-D50A-15E3-382E-CA3E5A54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69D12-45CF-364F-292E-919F2421F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4C087-FBE7-F31B-1D05-483A3740A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845CE-4A46-562C-1275-D754D12C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DD754-DF21-BFCA-6FAD-21883AC35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3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69A3D-01B9-E921-1597-0C00702E4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ABC7-D8F2-F44C-09CF-DF38915C2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ED1A1-F2EA-7245-8E87-F4FC2D1E2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B61E2-42A5-9D69-D5FC-DE1C0DE0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F9E1C-1796-AC81-F002-81AF47C4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28694-014D-ABF5-F8F2-4C03F0FB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63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20474-7432-EF6B-304C-8C1849F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58815-BDF8-6732-8D73-B2BB44A8E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0E350-D7F4-77DF-D5F7-E631FFAA0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DA342-56A5-B01D-6962-AAC60206F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6BDC2E-C8BD-9B5C-B347-C2261DE1C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2DCEFA-6F71-3AE5-615E-1DF54C71B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A364FC-B51F-CD7F-8090-969D7AC1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56A98B-D450-3F2B-E2AA-4634BA94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3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0F03-3356-1D9F-9E3B-19C98338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C0BF5-68D7-0D49-FEB5-4101C9E3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A05CA-DD70-9A93-9CA7-CACA0A161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7CF58-F0BB-C304-A886-80D943ADD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1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996B9-DF3E-97D4-C2C0-7F5DE8A6F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91CFE-B191-A5FA-1712-E36E5844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66AFD-7AD6-568F-4CB3-3B4E1BCB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11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0964-9100-C9ED-3F57-FC15D10FC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1C77C-671B-6A6C-C296-A261977A4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106F7-7B21-4D4C-1734-40C223B0A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02F77-2FCD-104C-D164-04D0CC50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92624-B523-252D-3859-34119C366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5846-0C9D-52FD-B4E8-3319AE3A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53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36CF-5474-7E73-6241-C94AC8EA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6D041-41D1-DEA5-E504-F1655EFEF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A0307-39B3-62EC-65DC-78ECCCB0B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C4ED8-58CA-B782-EA80-0EB4F0D3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C9497-27AA-7551-5F40-50B18CC4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89F5E-FA0A-40EA-EC46-06F2EDC9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3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1F87-0959-0CCE-19DC-9C6F4CD73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52A8B-BAAA-4FDC-4E8F-DFE0F0C6B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8909A-C5D0-AF48-BCDA-E62774F3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E4682-B860-7CF6-E81D-8977B15D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4B2FF-3818-7825-ED27-2D5714B0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5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4627EE-7A32-E3A0-F647-8DDD1E672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F8CF7-1FCF-A8DB-0D73-532C1C05A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4B6B9-8E82-00A8-8303-A441B918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F992-E477-FF5E-2C6C-8853711A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F57B0-D0B6-1582-22EE-D26A24C8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0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51F2E9-E6F2-3892-B436-39F514B3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A0834-DC9B-D788-105D-E6633D811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14C1D-0094-442A-AD10-B0E89AF65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DC107-E4E6-4D98-90CC-127E567B125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AEDA3-0DCD-3861-1C53-D19806900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17DDB-B959-EF67-0AF9-AA1B84490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8D741-1592-422E-A36F-5D292782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7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3D9A8-C2EA-5F2C-FAA3-014840E7D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Core Instructions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EEE5E6-1B3A-0144-C88D-84D15271FD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2" y="1375795"/>
          <a:ext cx="10257636" cy="4653096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4119896">
                  <a:extLst>
                    <a:ext uri="{9D8B030D-6E8A-4147-A177-3AD203B41FA5}">
                      <a16:colId xmlns:a16="http://schemas.microsoft.com/office/drawing/2014/main" val="3459932695"/>
                    </a:ext>
                  </a:extLst>
                </a:gridCol>
                <a:gridCol w="6137740">
                  <a:extLst>
                    <a:ext uri="{9D8B030D-6E8A-4147-A177-3AD203B41FA5}">
                      <a16:colId xmlns:a16="http://schemas.microsoft.com/office/drawing/2014/main" val="1422433491"/>
                    </a:ext>
                  </a:extLst>
                </a:gridCol>
              </a:tblGrid>
              <a:tr h="70260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>
                          <a:effectLst/>
                        </a:rPr>
                        <a:t>Instruction File</a:t>
                      </a:r>
                      <a:endParaRPr lang="en-US" sz="1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>
                          <a:effectLst/>
                        </a:rPr>
                        <a:t>Purpose</a:t>
                      </a:r>
                      <a:endParaRPr lang="en-US" sz="1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1278902151"/>
                  </a:ext>
                </a:extLst>
              </a:tr>
              <a:tr h="70260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>
                          <a:effectLst/>
                        </a:rPr>
                        <a:t>ai-assisted-output.instructions.md</a:t>
                      </a:r>
                      <a:endParaRPr lang="en-US" sz="1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>
                          <a:effectLst/>
                        </a:rPr>
                        <a:t>Guidance for AI generated artifacts</a:t>
                      </a:r>
                      <a:endParaRPr lang="en-US" sz="1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738283939"/>
                  </a:ext>
                </a:extLst>
              </a:tr>
              <a:tr h="70260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 dirty="0">
                          <a:effectLst/>
                        </a:rPr>
                        <a:t>chatmode-file.instructions.md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>
                          <a:effectLst/>
                        </a:rPr>
                        <a:t>Guidance for generating chat modes</a:t>
                      </a:r>
                      <a:endParaRPr lang="en-US" sz="1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778921446"/>
                  </a:ext>
                </a:extLst>
              </a:tr>
              <a:tr h="70260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 dirty="0">
                          <a:effectLst/>
                        </a:rPr>
                        <a:t>instruction-files.instructions.md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>
                          <a:effectLst/>
                        </a:rPr>
                        <a:t>Guidance for generating instruction files</a:t>
                      </a:r>
                      <a:endParaRPr lang="en-US" sz="1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2592660300"/>
                  </a:ext>
                </a:extLst>
              </a:tr>
              <a:tr h="702604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>
                          <a:effectLst/>
                        </a:rPr>
                        <a:t>prompt-file.instructions.md</a:t>
                      </a:r>
                      <a:endParaRPr lang="en-US" sz="1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>
                          <a:effectLst/>
                        </a:rPr>
                        <a:t>Guidance for generating prompt files</a:t>
                      </a:r>
                      <a:endParaRPr lang="en-US" sz="1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3135365050"/>
                  </a:ext>
                </a:extLst>
              </a:tr>
              <a:tr h="1140076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>
                          <a:effectLst/>
                        </a:rPr>
                        <a:t>instruction-prompt-files.instructions.md</a:t>
                      </a:r>
                      <a:endParaRPr lang="en-US" sz="1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US" sz="1900" dirty="0">
                          <a:effectLst/>
                        </a:rPr>
                        <a:t>Guidance for generating prompts that generate instruction files</a:t>
                      </a:r>
                      <a:endParaRPr lang="en-US" sz="19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733" marR="67733" marT="67733" marB="67733"/>
                </a:tc>
                <a:extLst>
                  <a:ext uri="{0D108BD9-81ED-4DB2-BD59-A6C34878D82A}">
                    <a16:rowId xmlns:a16="http://schemas.microsoft.com/office/drawing/2014/main" val="799221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939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Core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4</cp:revision>
  <dcterms:created xsi:type="dcterms:W3CDTF">2026-03-05T21:07:03Z</dcterms:created>
  <dcterms:modified xsi:type="dcterms:W3CDTF">2026-03-11T02:53:44Z</dcterms:modified>
</cp:coreProperties>
</file>