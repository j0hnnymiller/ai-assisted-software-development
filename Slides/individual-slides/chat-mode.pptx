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deck summarizes all folder and filename constraints for Copilot’s instruction system and incorporates the ongoing rename of “chat modes” to “agents.”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rename is conceptual and UI‑level for now. The underlying filesystem rules remain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Even though “chat modes” are being renamed to “agents,” the folder name remains </a:t>
            </a:r>
            <a:r>
              <a:rPr>
                <a:latin typeface="Courier"/>
              </a:rPr>
              <a:t>.github/copilot/chat_modes/</a:t>
            </a:r>
            <a:r>
              <a:rPr/>
              <a:t> for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Teams can safely start using the term “agent” in training and inside the file’s </a:t>
            </a:r>
            <a:r>
              <a:rPr>
                <a:latin typeface="Courier"/>
              </a:rPr>
              <a:t>name:</a:t>
            </a:r>
            <a:r>
              <a:rPr/>
              <a:t> field, but must keep the existing folder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Copilot Instruction File Constraints: Folders, Filenames, and the Chat Modes → Agents Rename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Copilot Instruction File Constraints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Folders, Filenames, and the Chat Modes → Agents Transition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Constraints Matter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Predictability • Auditability • Determinism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Copilot loads files only from </a:t>
            </a:r>
            <a:r>
              <a:rPr b="1"/>
              <a:t>specific folders</a:t>
            </a:r>
          </a:p>
          <a:p>
            <a:pPr lvl="0"/>
            <a:r>
              <a:rPr/>
              <a:t>Filenames must match </a:t>
            </a:r>
            <a:r>
              <a:rPr b="1"/>
              <a:t>exact expected patterns</a:t>
            </a:r>
          </a:p>
          <a:p>
            <a:pPr lvl="0"/>
            <a:r>
              <a:rPr/>
              <a:t>No recursion, no aliases, no alternative casing</a:t>
            </a:r>
          </a:p>
          <a:p>
            <a:pPr lvl="0"/>
            <a:r>
              <a:rPr/>
              <a:t>Misplaced files are silently ignored</a:t>
            </a:r>
          </a:p>
          <a:p>
            <a:pPr lvl="0"/>
            <a:r>
              <a:rPr/>
              <a:t>The rename to </a:t>
            </a:r>
            <a:r>
              <a:rPr b="1"/>
              <a:t>agents</a:t>
            </a:r>
            <a:r>
              <a:rPr/>
              <a:t> does not change folder rules (yet)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High-Level Overview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Copilot Looks For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603500"/>
                <a:gridCol w="24511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Artifact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Org guardrails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Org settings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UI-managed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Always included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 guardrails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.github/instructions/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Always included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Path-scoped guardrails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folder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copilot-instructions.md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Applies to subtree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Agents (formerly chat modes)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.github/copilot/chat_modes/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.json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.yaml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Folder name has NOT changed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Promptfiles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.github/copilot/promptfiles/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Only when invoked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Rename: Chat Modes → Agents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Changing and What Isn’t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Changing:</a:t>
            </a:r>
            <a:r>
              <a:rPr/>
              <a:t> - Terminology in UI and documentation - Conceptual framing (agents = more powerful, structured roles) - Schema will expand over time</a:t>
            </a:r>
          </a:p>
          <a:p>
            <a:pPr lvl="0" indent="0" marL="0">
              <a:buNone/>
            </a:pPr>
            <a:r>
              <a:rPr b="1"/>
              <a:t>Not changing (yet):</a:t>
            </a:r>
            <a:r>
              <a:rPr/>
              <a:t> - Folder name: </a:t>
            </a:r>
            <a:r>
              <a:rPr>
                <a:latin typeface="Courier"/>
              </a:rPr>
              <a:t>.github/copilot/chat_modes/</a:t>
            </a:r>
            <a:r>
              <a:rPr/>
              <a:t> - File discovery rules - Filename requirements - Promptfile behavior - Instruction stack mechanics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Agents (Formerly Chat Modes)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Folder and Filename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Required folder: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Instruction File Constraints: Folders, Filenames, and the Chat Modes → Agents Rename</dc:title>
  <dc:creator/>
  <cp:keywords/>
  <dcterms:created xsi:type="dcterms:W3CDTF">2026-02-11T22:45:27Z</dcterms:created>
  <dcterms:modified xsi:type="dcterms:W3CDTF">2026-02-11T22:45:27Z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</Properties>
</file>