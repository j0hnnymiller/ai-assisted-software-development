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</p:sldIdLst>
  <p:notesMasterIdLst>
    <p:notesMasterId r:id="rId1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Intro" id="{616B9BE2-2B0C-4D18-A41B-2C4A823C824E}">
          <ns0:sldIdLst>
            <ns0:sldId id="256"/>
            <ns0:sldId id="257"/>
            <ns0:sldId id="258"/>
            <ns0:sldId id="259"/>
          </ns0:sldIdLst>
        </ns0:section>
        <ns0:section name="Module 1 - AIASD" id="{3E32AD65-2446-4CF6-8650-635DB245A387}">
          <ns0:sldIdLst>
            <ns0:sldId id="260"/>
            <ns0:sldId id="261"/>
            <ns0:sldId id="262"/>
            <ns0:sldId id="263"/>
            <ns0:sldId id="264"/>
            <ns0:sldId id="265"/>
            <ns0:sldId id="266"/>
            <ns0:sldId id="267"/>
            <ns0:sldId id="268"/>
            <ns0:sldId id="269"/>
            <ns0:sldId id="270"/>
            <ns0:sldId id="271"/>
            <ns0:sldId id="272"/>
            <ns0:sldId id="273"/>
            <ns0:sldId id="274"/>
            <ns0:sldId id="275"/>
            <ns0:sldId id="276"/>
            <ns0:sldId id="277"/>
            <ns0:sldId id="278"/>
            <ns0:sldId id="279"/>
            <ns0:sldId id="280"/>
            <ns0:sldId id="281"/>
            <ns0:sldId id="282"/>
            <ns0:sldId id="283"/>
            <ns0:sldId id="284"/>
            <ns0:sldId id="285"/>
            <ns0:sldId id="286"/>
          </ns0:sldIdLst>
        </ns0:section>
        <ns0:section name="Module 2 - Intro to Copilot" id="{C53A61AC-7228-478E-8493-ED48581DD667}">
          <ns0:sldIdLst>
            <ns0:sldId id="287"/>
            <ns0:sldId id="288"/>
            <ns0:sldId id="289"/>
            <ns0:sldId id="290"/>
            <ns0:sldId id="291"/>
            <ns0:sldId id="292"/>
            <ns0:sldId id="293"/>
            <ns0:sldId id="294"/>
            <ns0:sldId id="295"/>
            <ns0:sldId id="296"/>
            <ns0:sldId id="297"/>
            <ns0:sldId id="298"/>
            <ns0:sldId id="299"/>
          </ns0:sldIdLst>
        </ns0:section>
        <ns0:section name="Module 3 - Vibbing" id="{FE1CBB7D-26A4-41D1-B4B4-388A93F5908B}">
          <ns0:sldIdLst>
            <ns0:sldId id="300"/>
            <ns0:sldId id="301"/>
            <ns0:sldId id="302"/>
            <ns0:sldId id="303"/>
            <ns0:sldId id="304"/>
            <ns0:sldId id="305"/>
            <ns0:sldId id="306"/>
            <ns0:sldId id="307"/>
            <ns0:sldId id="308"/>
            <ns0:sldId id="309"/>
            <ns0:sldId id="310"/>
            <ns0:sldId id="311"/>
            <ns0:sldId id="312"/>
            <ns0:sldId id="313"/>
            <ns0:sldId id="314"/>
            <ns0:sldId id="315"/>
            <ns0:sldId id="316"/>
            <ns0:sldId id="317"/>
            <ns0:sldId id="318"/>
            <ns0:sldId id="319"/>
            <ns0:sldId id="320"/>
            <ns0:sldId id="321"/>
            <ns0:sldId id="322"/>
            <ns0:sldId id="323"/>
            <ns0:sldId id="324"/>
            <ns0:sldId id="325"/>
            <ns0:sldId id="326"/>
            <ns0:sldId id="327"/>
            <ns0:sldId id="328"/>
            <ns0:sldId id="329"/>
            <ns0:sldId id="330"/>
          </ns0:sldIdLst>
        </ns0:section>
        <ns0:section name="Module 4 - Adding AI Guardrails" id="{79491C59-7161-45FC-9A33-51A0FE2CC817}">
          <ns0:sldIdLst>
            <ns0:sldId id="331"/>
            <ns0:sldId id="332"/>
            <ns0:sldId id="333"/>
            <ns0:sldId id="334"/>
            <ns0:sldId id="335"/>
            <ns0:sldId id="336"/>
            <ns0:sldId id="337"/>
            <ns0:sldId id="338"/>
            <ns0:sldId id="339"/>
            <ns0:sldId id="340"/>
            <ns0:sldId id="341"/>
            <ns0:sldId id="342"/>
            <ns0:sldId id="343"/>
            <ns0:sldId id="344"/>
            <ns0:sldId id="345"/>
            <ns0:sldId id="346"/>
            <ns0:sldId id="347"/>
            <ns0:sldId id="348"/>
            <ns0:sldId id="349"/>
            <ns0:sldId id="350"/>
            <ns0:sldId id="351"/>
            <ns0:sldId id="352"/>
            <ns0:sldId id="353"/>
            <ns0:sldId id="354"/>
            <ns0:sldId id="355"/>
            <ns0:sldId id="356"/>
            <ns0:sldId id="357"/>
            <ns0:sldId id="358"/>
            <ns0:sldId id="359"/>
            <ns0:sldId id="360"/>
            <ns0:sldId id="361"/>
            <ns0:sldId id="362"/>
            <ns0:sldId id="363"/>
            <ns0:sldId id="364"/>
            <ns0:sldId id="365"/>
            <ns0:sldId id="366"/>
            <ns0:sldId id="367"/>
            <ns0:sldId id="368"/>
            <ns0:sldId id="369"/>
            <ns0:sldId id="370"/>
            <ns0:sldId id="371"/>
            <ns0:sldId id="372"/>
            <ns0:sldId id="373"/>
            <ns0:sldId id="374"/>
          </ns0:sldIdLst>
        </ns0:section>
        <ns0:section name="Module 5 - Managing Context" id="{67E3A95E-E2E4-4769-BBF1-5F17527D1F5E}">
          <ns0:sldIdLst>
            <ns0:sldId id="375"/>
            <ns0:sldId id="376"/>
            <ns0:sldId id="377"/>
            <ns0:sldId id="378"/>
            <ns0:sldId id="379"/>
            <ns0:sldId id="380"/>
          </ns0:sldIdLst>
        </ns0:section>
        <ns0:section name="Module 6 - Copilot for Teams" id="{9616FEED-3D63-4544-BF02-D481CE3623DE}">
          <ns0:sldIdLst>
            <ns0:sldId id="381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notesMaster" Target="notesMasters/notesMaster1.xml"/><Relationship Id="rId131" Type="http://schemas.openxmlformats.org/officeDocument/2006/relationships/presProps" Target="presProps.xml"/><Relationship Id="rId132" Type="http://schemas.openxmlformats.org/officeDocument/2006/relationships/viewProps" Target="viewProps.xml"/><Relationship Id="rId133" Type="http://schemas.openxmlformats.org/officeDocument/2006/relationships/theme" Target="theme/theme1.xml"/><Relationship Id="rId1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128</Slides>
  <Notes>128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Assisted Software Development</dc:title>
  <dc:subject>PptxGenJS Presentation</dc:subject>
  <dc:creator>Created by Marp</dc:creator>
  <cp:lastModifiedBy>Created by Marp</cp:lastModifiedBy>
  <cp:revision>1</cp:revision>
  <dcterms:created xsi:type="dcterms:W3CDTF">2026-03-13T20:48:35Z</dcterms:created>
  <dcterms:modified xsi:type="dcterms:W3CDTF">2026-03-13T20:48:35Z</dcterms:modified>
</cp:coreProperties>
</file>