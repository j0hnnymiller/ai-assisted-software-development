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a way to help teams understand how different AI models behave when given the same task. Emphasize that multi‑model comparison is a powerful guardrail: it reduces hallucinations, improves quality, and helps teams choose the right model for the right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no single model is perfect. Using multiple models gives teams a broader perspective and helps catch errors or blind spots that one model alone might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model outputs like multiple drafts from different engineers. The goal is not to pick a winner — it’s to synthesize the best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Reinforce that risk assessment is essential in brownfield systems. Even if a model produces elegant code, it may be too risky without proper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synthesis is the real power of multi‑model workflows. Teams can build a composite solution that is better than any single model’s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think like reviewers comparing multiple PRs. The goal is to understand model behavior, not to pick a favorite.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helps participants see how different models interpret the same instructions — a key skill for multi‑model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builds confidence in orchestrating multiple models as collaborators. The goal is synthesis, not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Multi‑Model Implementation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Multi‑Model Implementation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Implementing changes with different AI models</a:t>
            </a:r>
          </a:p>
          <a:p>
            <a:pPr lvl="0"/>
            <a:r>
              <a:rPr/>
              <a:t>Comparing approaches and outcomes</a:t>
            </a:r>
          </a:p>
          <a:p>
            <a:pPr lvl="0"/>
            <a:r>
              <a:rPr/>
              <a:t>Risk assessment and quality evaluation</a:t>
            </a:r>
          </a:p>
          <a:p>
            <a:pPr lvl="0"/>
            <a:r>
              <a:rPr/>
              <a:t>Best practice synthesis</a:t>
            </a:r>
          </a:p>
          <a:p>
            <a:pPr lvl="0"/>
            <a:r>
              <a:rPr/>
              <a:t>Exercises for hands‑on practice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Implementing Changes With Different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use multiple models?</a:t>
            </a:r>
          </a:p>
          <a:p>
            <a:pPr lvl="0"/>
            <a:r>
              <a:rPr/>
              <a:t>Different reasoning styles</a:t>
            </a:r>
          </a:p>
          <a:p>
            <a:pPr lvl="0"/>
            <a:r>
              <a:rPr/>
              <a:t>Different strengths (refactoring, documentation, architecture)</a:t>
            </a:r>
          </a:p>
          <a:p>
            <a:pPr lvl="0"/>
            <a:r>
              <a:rPr/>
              <a:t>Cross‑validation reduces risk</a:t>
            </a:r>
          </a:p>
          <a:p>
            <a:pPr lvl="0"/>
            <a:r>
              <a:rPr/>
              <a:t>Helps detect missing context or contradictions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Typical use cases</a:t>
            </a:r>
          </a:p>
          <a:p>
            <a:pPr lvl="0"/>
            <a:r>
              <a:rPr/>
              <a:t>Refactoring comparisons</a:t>
            </a:r>
          </a:p>
          <a:p>
            <a:pPr lvl="0"/>
            <a:r>
              <a:rPr/>
              <a:t>Documentation consistency checks</a:t>
            </a:r>
          </a:p>
          <a:p>
            <a:pPr lvl="0"/>
            <a:r>
              <a:rPr/>
              <a:t>Architecture proposal validation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Comparing Approaches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compare</a:t>
            </a:r>
          </a:p>
          <a:p>
            <a:pPr lvl="0"/>
            <a:r>
              <a:rPr/>
              <a:t>Code structure and clarity</a:t>
            </a:r>
          </a:p>
          <a:p>
            <a:pPr lvl="0"/>
            <a:r>
              <a:rPr/>
              <a:t>Architectural alignment</a:t>
            </a:r>
          </a:p>
          <a:p>
            <a:pPr lvl="0"/>
            <a:r>
              <a:rPr/>
              <a:t>Test quality</a:t>
            </a:r>
          </a:p>
          <a:p>
            <a:pPr lvl="0"/>
            <a:r>
              <a:rPr/>
              <a:t>Documentation completeness</a:t>
            </a:r>
          </a:p>
          <a:p>
            <a:pPr lvl="0"/>
            <a:r>
              <a:rPr/>
              <a:t>Risk level of proposed changes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Identifies the safest implementation</a:t>
            </a:r>
          </a:p>
          <a:p>
            <a:pPr lvl="0"/>
            <a:r>
              <a:rPr/>
              <a:t>Surfaces hidden assumptions</a:t>
            </a:r>
          </a:p>
          <a:p>
            <a:pPr lvl="0"/>
            <a:r>
              <a:rPr/>
              <a:t>Highlights model‑specific biases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Risk Assessment &amp; Quality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Risk indicators</a:t>
            </a:r>
          </a:p>
          <a:p>
            <a:pPr lvl="0"/>
            <a:r>
              <a:rPr/>
              <a:t>Missing tests</a:t>
            </a:r>
          </a:p>
          <a:p>
            <a:pPr lvl="0"/>
            <a:r>
              <a:rPr/>
              <a:t>Large or unnecessary refactors</a:t>
            </a:r>
          </a:p>
          <a:p>
            <a:pPr lvl="0"/>
            <a:r>
              <a:rPr/>
              <a:t>Violations of instruction files</a:t>
            </a:r>
          </a:p>
          <a:p>
            <a:pPr lvl="0"/>
            <a:r>
              <a:rPr/>
              <a:t>Unclear or undocumented behavior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Quality indicators</a:t>
            </a:r>
          </a:p>
          <a:p>
            <a:pPr lvl="0"/>
            <a:r>
              <a:rPr/>
              <a:t>Small, incremental changes</a:t>
            </a:r>
          </a:p>
          <a:p>
            <a:pPr lvl="0"/>
            <a:r>
              <a:rPr/>
              <a:t>Clear reasoning</a:t>
            </a:r>
          </a:p>
          <a:p>
            <a:pPr lvl="0"/>
            <a:r>
              <a:rPr/>
              <a:t>Strong test coverage</a:t>
            </a:r>
          </a:p>
          <a:p>
            <a:pPr lvl="0"/>
            <a:r>
              <a:rPr/>
              <a:t>Alignment with evergreen principles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Best Practice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Combine the strengths of each model</a:t>
            </a:r>
          </a:p>
          <a:p>
            <a:pPr lvl="0"/>
            <a:r>
              <a:rPr/>
              <a:t>Use one model for architecture</a:t>
            </a:r>
          </a:p>
          <a:p>
            <a:pPr lvl="0"/>
            <a:r>
              <a:rPr/>
              <a:t>Another for implementation</a:t>
            </a:r>
          </a:p>
          <a:p>
            <a:pPr lvl="0"/>
            <a:r>
              <a:rPr/>
              <a:t>Another for documentation</a:t>
            </a:r>
          </a:p>
          <a:p>
            <a:pPr lvl="0"/>
            <a:r>
              <a:rPr/>
              <a:t>Cross‑validate tests and reasoning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Outcome</a:t>
            </a:r>
          </a:p>
          <a:p>
            <a:pPr lvl="0"/>
            <a:r>
              <a:rPr/>
              <a:t>Higher quality</a:t>
            </a:r>
          </a:p>
          <a:p>
            <a:pPr lvl="0"/>
            <a:r>
              <a:rPr/>
              <a:t>Lower risk</a:t>
            </a:r>
          </a:p>
          <a:p>
            <a:pPr lvl="0"/>
            <a:r>
              <a:rPr/>
              <a:t>More predictable modernization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Prompt Multiple Models to Address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15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Compare outputs from different models</a:t>
            </a:r>
          </a:p>
          <a:p>
            <a:pPr lvl="0"/>
            <a:r>
              <a:rPr/>
              <a:t>Identify strengths and weaknesses</a:t>
            </a:r>
          </a:p>
          <a:p>
            <a:pPr lvl="0"/>
            <a:r>
              <a:rPr/>
              <a:t>Evaluate risk and quality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small technical debt item.</a:t>
            </a:r>
          </a:p>
          <a:p>
            <a:pPr lvl="0" indent="-342900" marL="342900">
              <a:buAutoNum type="arabicPeriod"/>
            </a:pPr>
            <a:r>
              <a:rPr/>
              <a:t>Prompt two or more models to propose a fix.</a:t>
            </a:r>
          </a:p>
          <a:p>
            <a:pPr lvl="0" indent="-342900" marL="342900">
              <a:buAutoNum type="arabicPeriod"/>
            </a:pPr>
            <a:r>
              <a:rPr/>
              <a:t>Compare outputs for:</a:t>
            </a:r>
          </a:p>
          <a:p>
            <a:pPr lvl="1"/>
            <a:r>
              <a:rPr/>
              <a:t>Safety</a:t>
            </a:r>
          </a:p>
          <a:p>
            <a:pPr lvl="1"/>
            <a:r>
              <a:rPr/>
              <a:t>Clarity</a:t>
            </a:r>
          </a:p>
          <a:p>
            <a:pPr lvl="1"/>
            <a:r>
              <a:rPr/>
              <a:t>Test coverage</a:t>
            </a:r>
          </a:p>
          <a:p>
            <a:pPr lvl="1"/>
            <a:r>
              <a:rPr/>
              <a:t>Architectural alignment</a:t>
            </a:r>
          </a:p>
          <a:p>
            <a:pPr lvl="0" indent="-342900" marL="342900">
              <a:buAutoNum type="arabicPeriod"/>
            </a:pPr>
            <a:r>
              <a:rPr/>
              <a:t>Synthesize the best elements into a final solution.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Differences between models are clearly identified</a:t>
            </a:r>
          </a:p>
          <a:p>
            <a:pPr lvl="0"/>
            <a:r>
              <a:rPr/>
              <a:t>Risks and strengths are evaluated</a:t>
            </a:r>
          </a:p>
          <a:p>
            <a:pPr lvl="0"/>
            <a:r>
              <a:rPr/>
              <a:t>Final synthesized solution is safe and incremental</a:t>
            </a:r>
          </a:p>
          <a:p>
            <a:pPr lvl="0"/>
            <a:r>
              <a:rPr/>
              <a:t>Provenance metadata is included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Assigning an Issue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Practice delegating the same issue to different models</a:t>
            </a:r>
          </a:p>
          <a:p>
            <a:pPr lvl="0"/>
            <a:r>
              <a:rPr/>
              <a:t>Evaluate how each model interprets constraints</a:t>
            </a:r>
          </a:p>
          <a:p>
            <a:pPr lvl="0"/>
            <a:r>
              <a:rPr/>
              <a:t>Identify missing context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Create a GitHub‑style issue describing a technical debt item.</a:t>
            </a:r>
          </a:p>
          <a:p>
            <a:pPr lvl="0" indent="-342900" marL="342900">
              <a:buAutoNum type="arabicPeriod"/>
            </a:pPr>
            <a:r>
              <a:rPr/>
              <a:t>Assign the issue to two different models.</a:t>
            </a:r>
          </a:p>
          <a:p>
            <a:pPr lvl="0" indent="-342900" marL="342900">
              <a:buAutoNum type="arabicPeriod"/>
            </a:pPr>
            <a:r>
              <a:rPr/>
              <a:t>Compare their proposed remediation plans.</a:t>
            </a:r>
          </a:p>
          <a:p>
            <a:pPr lvl="0" indent="-342900" marL="342900">
              <a:buAutoNum type="arabicPeriod"/>
            </a:pPr>
            <a:r>
              <a:rPr/>
              <a:t>Identify missing context or contradictions.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Issue is clear and well‑structured</a:t>
            </a:r>
          </a:p>
          <a:p>
            <a:pPr lvl="0"/>
            <a:r>
              <a:rPr/>
              <a:t>Each model produces a distinct approach</a:t>
            </a:r>
          </a:p>
          <a:p>
            <a:pPr lvl="0"/>
            <a:r>
              <a:rPr/>
              <a:t>Missing context is identified and documented</a:t>
            </a:r>
          </a:p>
          <a:p>
            <a:pPr lvl="0"/>
            <a:r>
              <a:rPr/>
              <a:t>A preferred plan is selected based on safety and clarity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Delegating Work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20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Practice multi‑model delegation</a:t>
            </a:r>
          </a:p>
          <a:p>
            <a:pPr lvl="0"/>
            <a:r>
              <a:rPr/>
              <a:t>Evaluate multi‑step reasoning</a:t>
            </a:r>
          </a:p>
          <a:p>
            <a:pPr lvl="0"/>
            <a:r>
              <a:rPr/>
              <a:t>Synthesize best practices into a unified plan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multi‑step modernization task.</a:t>
            </a:r>
          </a:p>
          <a:p>
            <a:pPr lvl="0" indent="-342900" marL="342900">
              <a:buAutoNum type="arabicPeriod"/>
            </a:pPr>
            <a:r>
              <a:rPr/>
              <a:t>Ask multiple models to:</a:t>
            </a:r>
          </a:p>
          <a:p>
            <a:pPr lvl="1"/>
            <a:r>
              <a:rPr/>
              <a:t>Analyze the problem</a:t>
            </a:r>
          </a:p>
          <a:p>
            <a:pPr lvl="1"/>
            <a:r>
              <a:rPr/>
              <a:t>Propose a remediation plan</a:t>
            </a:r>
          </a:p>
          <a:p>
            <a:pPr lvl="1"/>
            <a:r>
              <a:rPr/>
              <a:t>Suggest tests</a:t>
            </a:r>
          </a:p>
          <a:p>
            <a:pPr lvl="1"/>
            <a:r>
              <a:rPr/>
              <a:t>Suggest documentation updates</a:t>
            </a:r>
          </a:p>
          <a:p>
            <a:pPr lvl="0" indent="-342900" marL="342900">
              <a:buAutoNum type="arabicPeriod"/>
            </a:pPr>
            <a:r>
              <a:rPr/>
              <a:t>Compare the outputs.</a:t>
            </a:r>
          </a:p>
          <a:p>
            <a:pPr lvl="0" indent="-342900" marL="342900">
              <a:buAutoNum type="arabicPeriod"/>
            </a:pPr>
            <a:r>
              <a:rPr/>
              <a:t>Synthesize a final, safe, incremental plan.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Multi‑model differences are clearly understood</a:t>
            </a:r>
          </a:p>
          <a:p>
            <a:pPr lvl="0"/>
            <a:r>
              <a:rPr/>
              <a:t>Final plan is incremental, reversible, and well‑tested</a:t>
            </a:r>
          </a:p>
          <a:p>
            <a:pPr lvl="0"/>
            <a:r>
              <a:rPr/>
              <a:t>Documentation and provenance are included</a:t>
            </a:r>
          </a:p>
          <a:p>
            <a:pPr lvl="0"/>
            <a:r>
              <a:rPr/>
              <a:t>Risks are identified and mitigated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Multi‑Model Implementation Comparison</dc:title>
  <dc:creator/>
  <cp:keywords/>
  <dcterms:created xsi:type="dcterms:W3CDTF">2026-02-04T21:15:37Z</dcterms:created>
  <dcterms:modified xsi:type="dcterms:W3CDTF">2026-02-04T21:15:37Z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