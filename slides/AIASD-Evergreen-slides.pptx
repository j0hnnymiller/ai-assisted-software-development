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universe.com" TargetMode="External" /><Relationship Id="rId3" Type="http://schemas.openxmlformats.org/officeDocument/2006/relationships/hyperlink" Target="https://codemag.com/blog/AIPractitioner" TargetMode="Externa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🌐 AI-Assisted Evergreen Development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Brownfield → Evergreen with Copilot</a:t>
            </a:r>
          </a:p>
          <a:p>
            <a:pPr lvl="0" indent="0" marL="0">
              <a:buNone/>
            </a:pPr>
            <a:r>
              <a:rPr/>
              <a:t>John Michael Miller · Code Staffing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Webinar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Show how AI can help move from </a:t>
            </a:r>
            <a:r>
              <a:rPr b="1"/>
              <a:t>legacy (brownfield)</a:t>
            </a:r>
            <a:r>
              <a:rPr/>
              <a:t> to </a:t>
            </a:r>
            <a:r>
              <a:rPr b="1"/>
              <a:t>evergreen</a:t>
            </a:r>
            <a:r>
              <a:rPr/>
              <a:t> code</a:t>
            </a:r>
          </a:p>
          <a:p>
            <a:pPr lvl="0"/>
            <a:r>
              <a:rPr/>
              <a:t>Share practical workflows, guardrails, and mindset</a:t>
            </a:r>
          </a:p>
          <a:p>
            <a:pPr lvl="0"/>
            <a:r>
              <a:rPr/>
              <a:t>Inspire confidence in using Copilot effectively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Welcome &amp; Context</a:t>
            </a:r>
            <a:br/>
          </a:p>
          <a:p>
            <a:pPr lvl="0" indent="-342900" marL="342900">
              <a:buAutoNum type="arabicPeriod"/>
            </a:pPr>
            <a:r>
              <a:rPr/>
              <a:t>Core Concepts: Legacy vs Evergreen</a:t>
            </a:r>
            <a:br/>
          </a:p>
          <a:p>
            <a:pPr lvl="0" indent="-342900" marL="342900">
              <a:buAutoNum type="arabicPeriod"/>
            </a:pPr>
            <a:r>
              <a:rPr/>
              <a:t>Managing AI Assistance</a:t>
            </a:r>
            <a:br/>
          </a:p>
          <a:p>
            <a:pPr lvl="0" indent="-342900" marL="342900">
              <a:buAutoNum type="arabicPeriod"/>
            </a:pPr>
            <a:r>
              <a:rPr/>
              <a:t>Evergreen Practices</a:t>
            </a:r>
            <a:br/>
          </a:p>
          <a:p>
            <a:pPr lvl="0" indent="-342900" marL="342900">
              <a:buAutoNum type="arabicPeriod"/>
            </a:pPr>
            <a:r>
              <a:rPr/>
              <a:t>Demo (Optional)</a:t>
            </a:r>
            <a:br/>
          </a:p>
          <a:p>
            <a:pPr lvl="0" indent="-342900" marL="342900">
              <a:buAutoNum type="arabicPeriod"/>
            </a:pPr>
            <a:r>
              <a:rPr/>
              <a:t>Wrap-Up &amp; Q&amp;A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👋 Welcome &amp;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Legacy code is everywhere</a:t>
            </a:r>
            <a:br/>
          </a:p>
          <a:p>
            <a:pPr lvl="0"/>
            <a:r>
              <a:rPr/>
              <a:t>Evergreen code resists technical debt</a:t>
            </a:r>
            <a:br/>
          </a:p>
          <a:p>
            <a:pPr lvl="0"/>
            <a:r>
              <a:rPr/>
              <a:t>AI can accelerate transformation — if managed well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🏗️ What is Legacy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Not greenfield, not evergreen</a:t>
            </a:r>
            <a:br/>
          </a:p>
          <a:p>
            <a:pPr lvl="0"/>
            <a:r>
              <a:rPr/>
              <a:t>Codebases degrade over time due to:</a:t>
            </a:r>
          </a:p>
          <a:p>
            <a:pPr lvl="1"/>
            <a:r>
              <a:rPr/>
              <a:t>Technology shifts</a:t>
            </a:r>
            <a:br/>
          </a:p>
          <a:p>
            <a:pPr lvl="1"/>
            <a:r>
              <a:rPr/>
              <a:t>Practices &amp; people</a:t>
            </a:r>
            <a:br/>
          </a:p>
          <a:p>
            <a:pPr lvl="1"/>
            <a:r>
              <a:rPr/>
              <a:t>Business rules &amp; workflows</a:t>
            </a:r>
            <a:br/>
          </a:p>
          <a:p>
            <a:pPr lvl="1"/>
            <a:r>
              <a:rPr/>
              <a:t>Architecture changes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🌱 What is Evergreen Code?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Actively resists technical debt</a:t>
            </a:r>
            <a:br/>
          </a:p>
          <a:p>
            <a:pPr lvl="0"/>
            <a:r>
              <a:rPr/>
              <a:t>Secure, releasable, maintainable</a:t>
            </a:r>
            <a:br/>
          </a:p>
          <a:p>
            <a:pPr lvl="0"/>
            <a:r>
              <a:rPr/>
              <a:t>If rewritten today, it would look the same</a:t>
            </a:r>
            <a:br/>
          </a:p>
          <a:p>
            <a:pPr lvl="0"/>
            <a:r>
              <a:rPr/>
              <a:t>Evergreen is the </a:t>
            </a:r>
            <a:r>
              <a:rPr b="1"/>
              <a:t>goal state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💡 Respect Legacy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 works — don’t break it</a:t>
            </a:r>
            <a:br/>
          </a:p>
          <a:p>
            <a:pPr lvl="0"/>
            <a:r>
              <a:rPr/>
              <a:t>Tested by users in production</a:t>
            </a:r>
            <a:br/>
          </a:p>
          <a:p>
            <a:pPr lvl="0"/>
            <a:r>
              <a:rPr/>
              <a:t>“You get what you get and you don’t throw a fit”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⚙️ Managing AI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Treat Copilot as a </a:t>
            </a:r>
            <a:r>
              <a:rPr b="1"/>
              <a:t>junior developer</a:t>
            </a:r>
            <a:br/>
          </a:p>
          <a:p>
            <a:pPr lvl="0"/>
            <a:r>
              <a:rPr/>
              <a:t>Clear instructions + careful review = success</a:t>
            </a:r>
            <a:br/>
          </a:p>
          <a:p>
            <a:pPr lvl="0"/>
            <a:r>
              <a:rPr/>
              <a:t>Strategies before engaging AI:</a:t>
            </a:r>
          </a:p>
          <a:p>
            <a:pPr lvl="1"/>
            <a:r>
              <a:rPr/>
              <a:t>Rollback plan</a:t>
            </a:r>
            <a:br/>
          </a:p>
          <a:p>
            <a:pPr lvl="1"/>
            <a:r>
              <a:rPr/>
              <a:t>Testing confidence</a:t>
            </a:r>
            <a:br/>
          </a:p>
          <a:p>
            <a:pPr lvl="1"/>
            <a:r>
              <a:rPr/>
              <a:t>Peer/AI/static reviews</a:t>
            </a:r>
            <a:br/>
          </a:p>
          <a:p>
            <a:pPr lvl="1"/>
            <a:r>
              <a:rPr/>
              <a:t>Small, incremental changes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🧩 Context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Importance of context: too little vs too much</a:t>
            </a:r>
            <a:br/>
          </a:p>
          <a:p>
            <a:pPr lvl="0"/>
            <a:r>
              <a:rPr/>
              <a:t>Prompt design: short, modular, step-by-step</a:t>
            </a:r>
            <a:br/>
          </a:p>
          <a:p>
            <a:pPr lvl="0"/>
            <a:r>
              <a:rPr/>
              <a:t>Instruction files: project rules, standards, practices</a:t>
            </a:r>
            <a:br/>
          </a:p>
          <a:p>
            <a:pPr lvl="0"/>
            <a:r>
              <a:rPr/>
              <a:t>Custom chat modes for productivity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🛡️ Evergreen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Automate dependency updates (Dependabot, SCA)</a:t>
            </a:r>
            <a:br/>
          </a:p>
          <a:p>
            <a:pPr lvl="0"/>
            <a:r>
              <a:rPr/>
              <a:t>Merge small, frequent changes</a:t>
            </a:r>
            <a:br/>
          </a:p>
          <a:p>
            <a:pPr lvl="0"/>
            <a:r>
              <a:rPr/>
              <a:t>Pin &amp; monitor dependencies</a:t>
            </a:r>
            <a:br/>
          </a:p>
          <a:p>
            <a:pPr lvl="0"/>
            <a:r>
              <a:rPr/>
              <a:t>CI checklist: green build, security review, changelog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🧰 Safety Nets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Linting + AI-assisted rules</a:t>
            </a:r>
            <a:br/>
          </a:p>
          <a:p>
            <a:pPr lvl="0"/>
            <a:r>
              <a:rPr/>
              <a:t>Test automation: unit, integration, E2E</a:t>
            </a:r>
            <a:br/>
          </a:p>
          <a:p>
            <a:pPr lvl="0"/>
            <a:r>
              <a:rPr/>
              <a:t>Generate tests with Copilot</a:t>
            </a:r>
            <a:br/>
          </a:p>
          <a:p>
            <a:pPr lvl="0"/>
            <a:r>
              <a:rPr/>
              <a:t>Review with multiple models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🖥️ Demo (Optional)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Fork a small legacy repo</a:t>
            </a:r>
            <a:br/>
          </a:p>
          <a:p>
            <a:pPr lvl="0"/>
            <a:r>
              <a:rPr/>
              <a:t>Use Copilot to:</a:t>
            </a:r>
          </a:p>
          <a:p>
            <a:pPr lvl="1"/>
            <a:r>
              <a:rPr/>
              <a:t>Generate documentation or tests</a:t>
            </a:r>
            <a:br/>
          </a:p>
          <a:p>
            <a:pPr lvl="1"/>
            <a:r>
              <a:rPr/>
              <a:t>Compare implementations with two models</a:t>
            </a:r>
            <a:br/>
          </a:p>
          <a:p>
            <a:pPr lvl="0"/>
            <a:r>
              <a:rPr/>
              <a:t>Show workflow, not full exercise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Working Effectively with Legacy Code</a:t>
            </a:r>
            <a:r>
              <a:rPr/>
              <a:t> — Michael Feathers</a:t>
            </a:r>
            <a:br/>
          </a:p>
          <a:p>
            <a:pPr lvl="0"/>
            <a:r>
              <a:rPr/>
              <a:t>GitHub Universe: </a:t>
            </a:r>
            <a:r>
              <a:rPr>
                <a:hlinkClick r:id="rId2"/>
              </a:rPr>
              <a:t>githubuniverse.com</a:t>
            </a:r>
            <a:br/>
          </a:p>
          <a:p>
            <a:pPr lvl="0"/>
            <a:r>
              <a:rPr/>
              <a:t>Blog: </a:t>
            </a:r>
            <a:r>
              <a:rPr>
                <a:hlinkClick r:id="rId3"/>
              </a:rPr>
              <a:t>codemag.com/blog/AIPractitioner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Legacy → Evergreen is a mindset shift</a:t>
            </a:r>
            <a:br/>
          </a:p>
          <a:p>
            <a:pPr lvl="0"/>
            <a:r>
              <a:rPr/>
              <a:t>Copilot amplifies good practices, needs guardrails</a:t>
            </a:r>
            <a:br/>
          </a:p>
          <a:p>
            <a:pPr lvl="0"/>
            <a:r>
              <a:rPr/>
              <a:t>Instruction files + automation = resilience</a:t>
            </a:r>
            <a:br/>
          </a:p>
          <a:p>
            <a:pPr lvl="0"/>
            <a:r>
              <a:rPr/>
              <a:t>Small changes, frequent validation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🙋 Wrap-Up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Review outcomes</a:t>
            </a:r>
            <a:br/>
          </a:p>
          <a:p>
            <a:pPr lvl="0"/>
            <a:r>
              <a:rPr/>
              <a:t>Address questions</a:t>
            </a:r>
            <a:br/>
          </a:p>
          <a:p>
            <a:pPr lvl="0"/>
            <a:r>
              <a:rPr/>
              <a:t>Next steps: try forking a repo and applying one evergreen practice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2025-12-03T18:18:22Z</dcterms:created>
  <dcterms:modified xsi:type="dcterms:W3CDTF">2025-12-03T18:18:22Z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">
    <vt:lpwstr>lead</vt:lpwstr>
  </property>
  <property fmtid="{D5CDD505-2E9C-101B-9397-08002B2CF9AE}" pid="3" name="marp">
    <vt:lpwstr>True</vt:lpwstr>
  </property>
  <property fmtid="{D5CDD505-2E9C-101B-9397-08002B2CF9AE}" pid="4" name="paginate">
    <vt:lpwstr>True</vt:lpwstr>
  </property>
  <property fmtid="{D5CDD505-2E9C-101B-9397-08002B2CF9AE}" pid="5" name="theme">
    <vt:lpwstr>default</vt:lpwstr>
  </property>
</Properties>
</file>