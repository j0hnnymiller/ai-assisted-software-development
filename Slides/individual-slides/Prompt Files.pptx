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DC07DDF-D7CE-41F6-A80C-56B57784E6E6}">
          <p14:sldIdLst/>
        </p14:section>
        <p14:section name="Prompt Files" id="{9ABFC56D-3875-4A9C-B443-31E82C81E245}">
          <p14:sldIdLst>
            <p14:sldId id="265"/>
            <p14:sldId id="266"/>
            <p14:sldId id="267"/>
            <p14:sldId id="268"/>
            <p14:sldId id="269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77A6-EB71-8583-E4AF-FABF43D60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FDEF4-515B-B070-1F13-D6200F2F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55E7A-D199-7AE5-068C-BC82D065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FDDD9-9BB3-A918-37CA-1F7AB38B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1FE4C-31AC-1A30-9567-F80D0582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6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26F7-F1F0-B6E0-3ED5-88AFEE29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73F0B-9396-7BB9-9F47-64AF2A491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2F335-C413-372C-C707-955A545B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75A0B-9EA3-C20D-B2F2-64E9C2CB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362AE-F5B0-46BB-D3B5-4FE93F13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1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93D7-F4B1-29F4-6C73-60B62CE1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D4DF6-C5D1-BF45-A3D8-93B2FDF8F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D8755-607F-17B6-5A5A-C5367DF9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2C7D-72E2-021C-9E16-6EF90970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13267-AAEA-1205-665F-D7DE0343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7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27DE-FF03-BA7C-709B-CBCA62CE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4A43-1A29-64FE-01F7-7DE4B5F4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78E02-945E-F0B5-FDF7-6CBE832B5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E33D5-E636-0ACD-00AB-1AD8FED8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D8AD4-152A-2020-F062-FF445077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B5FD-F3CF-450E-054A-A39D9AAE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5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C333-18BE-BC3E-35A7-39E021DD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13324-1DBD-4EBF-0BA6-27729AE52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CBFB2-3D70-96A6-2FEA-FA51EA45F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84652-B582-85A7-0444-B7F9710BD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40DA7-9CE7-1286-090C-9901AD8FB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DF0FE-9587-F725-2D09-3D4F425F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01FF9-296F-71A3-87F3-6CA3617F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0A490-AFFC-45BF-8746-0FC4C0EC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0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29E4-BA82-6BB5-5F31-0ACAD42A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5B2ED-F29A-53A1-6151-3899898FE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7C333-F061-42D2-9B05-BF58A6F0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A9F46-2014-7CED-9926-B788C091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9A4C6A-D546-8C04-E1AB-7A5464DF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803D7-F143-AF0A-914C-1E23C61B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9CEB0-C54E-AD68-1CDC-95D7C9F2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3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4D68-FB20-ACF0-A218-B212FFE8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14D72-FA73-E6BE-9994-B933F944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593D2-FE75-9F3F-5089-B71347E0C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1B617-2370-CCAA-8E97-9BD44E3A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A9E10-0CAB-6DEB-2F90-2001F786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379-09C0-AE0A-E097-405CF736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0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B93A0-AEAF-8387-2B7E-CD18AA4C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DE446-74E6-DE23-2170-EFEA370F5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1F283-2F2A-CE0A-213B-6E67357F4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DD518-E484-C934-5E5D-EBECC073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1BF8E-7582-5596-8621-45F5CEA3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0E16F-3044-9C97-98A2-128FCD36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EDBA-F74F-F19A-8435-A88109C5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D43A-5669-473D-931D-7E81E6303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3F8D8-0FCC-C234-93F4-C6D03AB9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6D410-F629-5DB3-B576-551F3945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690E8-4F5F-43A4-A12C-D6E0CCA6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5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475B6-84DB-BF06-36D9-14A73C9BD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778D39-D964-4CBA-FAF9-80A348C1B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5366D-B5F5-BBDC-BD8F-CEAF5992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7C117-29E9-8D7E-D7F1-F2EEC4DD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74D9A-6608-32C4-45A5-9AE358A4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5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3B275-94E8-D57E-0406-C547A2BC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1FE0E-AE60-F15A-F699-DBBCD03E5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C8CFA-8B96-A49F-7C5C-5D7D96652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4CDC9-F180-45AE-B001-9F60A93C65A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D3D6C-D814-B261-36DF-1DE04F95E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FFE99-E0CA-36E1-22AA-9D41597F5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3BA04-2C80-480E-BDDD-F0077D918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3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Prompt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Executable Task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Are Prompt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Definition</a:t>
            </a:r>
          </a:p>
          <a:p>
            <a:pPr lvl="0"/>
            <a:r>
              <a:rPr b="1"/>
              <a:t>Structured templates</a:t>
            </a:r>
            <a:r>
              <a:t> for specific, repeatable tasks</a:t>
            </a:r>
          </a:p>
          <a:p>
            <a:pPr lvl="0"/>
            <a:r>
              <a:t>Contain detailed instructions for particular objectives</a:t>
            </a:r>
          </a:p>
          <a:p>
            <a:pPr lvl="0"/>
            <a:r>
              <a:t>Designed for execution in AI chat interfaces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Key Characteristics</a:t>
            </a:r>
          </a:p>
          <a:p>
            <a:pPr lvl="0"/>
            <a:r>
              <a:rPr b="1"/>
              <a:t>Scope</a:t>
            </a:r>
            <a:r>
              <a:t>: Single, focused task or workflow</a:t>
            </a:r>
          </a:p>
          <a:p>
            <a:pPr lvl="0"/>
            <a:r>
              <a:rPr b="1"/>
              <a:t>Execution</a:t>
            </a:r>
            <a:r>
              <a:t>: Run on-demand when needed</a:t>
            </a:r>
          </a:p>
          <a:p>
            <a:pPr lvl="0"/>
            <a:r>
              <a:rPr b="1"/>
              <a:t>Purpose</a:t>
            </a:r>
            <a:r>
              <a:t>: Define “what” to accomplish with specific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Prompt 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0">
              <a:buNone/>
            </a:pPr>
            <a:r>
              <a:rPr>
                <a:solidFill>
                  <a:srgbClr val="BC7A00"/>
                </a:solidFill>
                <a:latin typeface="Courier"/>
              </a:rPr>
              <a:t>---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mode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agent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model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"anthropic/claude-3.5-sonnet@2024-10-22"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tools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"create"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"edit"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"read"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description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Generate comprehensive API documentation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prompt_metadata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generate-api-docs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title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API Documentation Generator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category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documentation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output_format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markdown</a:t>
            </a:r>
            <a:br/>
            <a:r>
              <a:rPr>
                <a:solidFill>
                  <a:srgbClr val="BC7A00"/>
                </a:solidFill>
                <a:latin typeface="Courier"/>
              </a:rPr>
              <a:t>---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Generate API Documentation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## Context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Create comprehensive API documentation from code analysis...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## Requirements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1. Analyze existing API endpoints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2. Generate OpenAPI specifications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3. Create developer-friendly guides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4. Include example requests/responses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## Deliverable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Generate `docs/api/` folder with complete documentation...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Prompt Files: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Perfect For:</a:t>
            </a:r>
          </a:p>
          <a:p>
            <a:pPr lvl="0"/>
            <a:r>
              <a:rPr b="1"/>
              <a:t>Code Generation</a:t>
            </a:r>
            <a:r>
              <a:t> → Create specific components/features</a:t>
            </a:r>
          </a:p>
          <a:p>
            <a:pPr lvl="0"/>
            <a:r>
              <a:rPr b="1"/>
              <a:t>Documentation</a:t>
            </a:r>
            <a:r>
              <a:t> → Generate standardized docs</a:t>
            </a:r>
          </a:p>
          <a:p>
            <a:pPr lvl="0"/>
            <a:r>
              <a:rPr b="1"/>
              <a:t>Analysis Tasks</a:t>
            </a:r>
            <a:r>
              <a:t> → Code reviews, security audits</a:t>
            </a:r>
          </a:p>
          <a:p>
            <a:pPr lvl="0"/>
            <a:r>
              <a:rPr b="1"/>
              <a:t>Refactoring</a:t>
            </a:r>
            <a:r>
              <a:t> → Structured code improvements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Examples:</a:t>
            </a:r>
          </a:p>
          <a:p>
            <a:pPr lvl="0"/>
            <a:r>
              <a:rPr>
                <a:latin typeface="Courier"/>
              </a:rPr>
              <a:t>implement-user-authentication.prompt.md</a:t>
            </a:r>
          </a:p>
          <a:p>
            <a:pPr lvl="0"/>
            <a:r>
              <a:rPr>
                <a:latin typeface="Courier"/>
              </a:rPr>
              <a:t>generate-test-suite.prompt.md</a:t>
            </a:r>
          </a:p>
          <a:p>
            <a:pPr lvl="0"/>
            <a:r>
              <a:rPr>
                <a:latin typeface="Courier"/>
              </a:rPr>
              <a:t>create-deployment-pipeline.prompt.md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Prompt Files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✅ Do This:</a:t>
            </a:r>
          </a:p>
          <a:p>
            <a:pPr lvl="0"/>
            <a:r>
              <a:t>Include comprehensive metadata</a:t>
            </a:r>
          </a:p>
          <a:p>
            <a:pPr lvl="0"/>
            <a:r>
              <a:t>Provide clear context and requirements</a:t>
            </a:r>
          </a:p>
          <a:p>
            <a:pPr lvl="0"/>
            <a:r>
              <a:t>Specify expected deliverables</a:t>
            </a:r>
          </a:p>
          <a:p>
            <a:pPr lvl="0"/>
            <a:r>
              <a:t>Include verification steps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❌ Avoid This:</a:t>
            </a:r>
          </a:p>
          <a:p>
            <a:pPr lvl="0"/>
            <a:r>
              <a:t>Vague or ambiguous instructions</a:t>
            </a:r>
          </a:p>
          <a:p>
            <a:pPr lvl="0"/>
            <a:r>
              <a:t>Missing prerequisite information</a:t>
            </a:r>
          </a:p>
          <a:p>
            <a:pPr lvl="0"/>
            <a:r>
              <a:t>No success criteria defined</a:t>
            </a:r>
          </a:p>
          <a:p>
            <a:pPr lvl="0"/>
            <a:r>
              <a:t>Overly complex single prompts (break them down)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</vt:lpstr>
      <vt:lpstr>Office Theme</vt:lpstr>
      <vt:lpstr>Prompt Files</vt:lpstr>
      <vt:lpstr>Executable Task Templates</vt:lpstr>
      <vt:lpstr>What Are Prompt Files?</vt:lpstr>
      <vt:lpstr>Prompt File Structure</vt:lpstr>
      <vt:lpstr>Prompt Files: Use Cases</vt:lpstr>
      <vt:lpstr>Prompt Files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2026-03-06T17:56:38Z</dcterms:created>
  <dcterms:modified xsi:type="dcterms:W3CDTF">2026-03-06T17:59:11Z</dcterms:modified>
</cp:coreProperties>
</file>