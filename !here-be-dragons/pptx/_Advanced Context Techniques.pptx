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78" r:id="rId2"/>
    <p:sldId id="258" r:id="rId3"/>
    <p:sldId id="259" r:id="rId4"/>
    <p:sldId id="379" r:id="rId5"/>
    <p:sldId id="380" r:id="rId6"/>
    <p:sldId id="381" r:id="rId7"/>
    <p:sldId id="382" r:id="rId8"/>
    <p:sldId id="383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2BF6AD4-0E13-4C26-B716-08266FFFAF56}">
          <p14:sldIdLst/>
        </p14:section>
        <p14:section name="Advanced Context Techniques" id="{2327977A-6A92-4BF4-A414-F520E61E0F4F}">
          <p14:sldIdLst>
            <p14:sldId id="378"/>
            <p14:sldId id="258"/>
            <p14:sldId id="259"/>
            <p14:sldId id="379"/>
            <p14:sldId id="380"/>
            <p14:sldId id="381"/>
            <p14:sldId id="382"/>
            <p14:sldId id="383"/>
            <p14:sldId id="261"/>
            <p14:sldId id="262"/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CC54E4-20D1-4ADC-A55C-592A3E41F50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BEFF7D-A619-47A5-B9C6-962498B9B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122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This slide frames the idea that AI quality is directly tied to context quality.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Models don’t “understand” your repo</a:t>
            </a:r>
            <a:r>
              <a:rPr lang="en-US" dirty="0"/>
              <a:t> – </a:t>
            </a:r>
            <a:r>
              <a:rPr dirty="0"/>
              <a:t>they interpret whatever you give them.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Advanced context techniques let you control what the model sees and how reliably it stays aligned with your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The </a:t>
            </a:r>
            <a:r>
              <a:rPr dirty="0">
                <a:latin typeface="Courier"/>
              </a:rPr>
              <a:t>#</a:t>
            </a:r>
            <a:r>
              <a:rPr dirty="0"/>
              <a:t> syntax is one of the most powerful ways to anchor Copilot.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It forces the model to load specific files or directories into its working memory.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This is essential when you want the model to follow existing patterns or avoid hallucinating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Spaces and knowledge bases give you a stable context layer that doesn’t depend on prompt length.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Instead of repeating instructions every session, you store them once and let Copilot reference them automatically.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This is especially valuable for brownfield systems with scattered tribal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Premium models are incredible, but they’re not free.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Monitoring usage helps teams understand where they’re over‑relying on heavyweight models.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A tiered strategy ensures the right model is used for the right task, keeping costs predictable and output quality high.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Open by explaining that token limits are one of the most important but least visible constraints in AI-assisted development.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When a model exceeds its context window, it silently drops earlier content.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This leads to missing requirements, contradictions, or forgotten rules.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The goal of this section is to help developers recognize overflow symptoms and apply techniques to prevent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Token limits are a hard boundary.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Everything the model reads</a:t>
            </a:r>
            <a:r>
              <a:rPr lang="en-US" dirty="0"/>
              <a:t> – </a:t>
            </a:r>
            <a:r>
              <a:rPr dirty="0"/>
              <a:t>your prompt, code snippets, examples, and even its own reasoning</a:t>
            </a:r>
            <a:r>
              <a:rPr lang="en-US" dirty="0"/>
              <a:t> – </a:t>
            </a:r>
            <a:r>
              <a:rPr dirty="0"/>
              <a:t>counts toward the limit.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When the limit is exceeded, the model truncates the earliest content, which often contains critical instructions or architectural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Overflow is subtle.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The model behaves as if you never gave it the missing information.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Developers often misinterpret this as stubbornness or randomness, but it’s simply the model losing context due to token pressure.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These symptoms are your early warning signs.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Summaries are your first line of defense.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Instead of pasting entire files, summarize their purpose, interfaces, and constraints.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Summaries dramatically reduce token usage while keeping the model aligned with the system’s intent.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They also become reusable context anchors for future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Chunking keeps prompts small and manageable.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Instead of asking the model to refactor a huge file, break the task into sections.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This keeps each prompt within safe token limits and makes the output easier to review, test, and roll back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Scoped prompts are about intentionality.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Tell the model exactly what part of the system to focus on.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This reduces token usage and improves reliability because the model isn’t trying to reason about the entire codebase at once.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It also reduces hallucinations by narrowing the reasoning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Instruction files are a powerful way to reduce token load.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Instead of repeating architectural rules or coding standards in every prompt, store them in a persistent instruction file.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This frees up space for task‑specific context and keeps the model aligned with your evergreen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AA31F-D180-942B-A07D-899FA00829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1E61C3-3B00-5786-76DE-5F147C2A06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18EF3-6EE0-7A3A-5FBE-D42D19B32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B07B9-AA21-4A8B-8221-47C4C09A258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559E7-D206-2076-8E7B-FFBDFB8CB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38434-57FA-0836-01A2-42ABC0CFC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40A06-7219-49CB-A85F-21D63C804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089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21CF6-3DA4-5A64-A792-771E5AA7A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CF815-EDB9-6931-7D75-6D8D31A09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B1289-A0B1-81DA-4E69-FEAE82763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B07B9-AA21-4A8B-8221-47C4C09A258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5F042-B863-786C-A227-04512297C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A8DC8-4988-468B-862C-62C0189B2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40A06-7219-49CB-A85F-21D63C804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069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AD36-3436-55FB-42FE-DE24506D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B370E-5647-754B-1AE1-B7EF9E621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15E15-4782-3F73-3125-50057B96B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B07B9-AA21-4A8B-8221-47C4C09A258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B6CCB-A3D1-4C4C-D9E1-D250A3929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A5927-4926-FAEC-217D-178365FDD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40A06-7219-49CB-A85F-21D63C804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29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DFC78-C157-B3E6-E99C-EBB1D521E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E155D-2A41-1804-4AE0-A22A0D6AC6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9FD1F7-1C9A-5687-10EC-0C1BAD8831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0A8F2-2A0D-0B64-1245-98F6AF939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B07B9-AA21-4A8B-8221-47C4C09A258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7EE430-222D-E4CE-89EC-3FA239BE9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7BCEE-56B6-E175-5F2F-99E245D52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40A06-7219-49CB-A85F-21D63C804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551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C2BE-0B54-7186-5970-D3CC7B120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6E9D9-C22F-76DC-4FAB-D7041DF72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9165C9-3DB9-AF42-CC08-2F0B3476F1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FBC586-575E-A84D-5B72-F0AA0D4534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EB442E-DE56-B4F1-88B6-6709B18167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164AB7-F5DA-C579-E455-17123100C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B07B9-AA21-4A8B-8221-47C4C09A258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E4EA3C-FD3C-F48F-570E-73F79B42E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96428D-06A3-1CDD-5D07-7DE1EE5F9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40A06-7219-49CB-A85F-21D63C804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532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846D7-B61C-397F-3245-13EED52E9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B7A762-C07A-A93F-9462-A45B9AEDB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B07B9-AA21-4A8B-8221-47C4C09A258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89E5FF-E961-998E-78A0-D94FE5166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3A776-96FD-A047-4F62-7D445D26B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40A06-7219-49CB-A85F-21D63C804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84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172D31-180E-FEC5-8068-2D61DEDAD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B07B9-AA21-4A8B-8221-47C4C09A258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980082-502E-9149-C2F1-0F99215B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4BD37-BA12-18D4-ACC0-770656E33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40A06-7219-49CB-A85F-21D63C804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473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65ED0-F9C5-3319-89B4-0BCB352F2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A7F66-59C1-3CCC-FE1A-D21196C1D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F68108-3844-A273-8C15-2547B3DEF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B8B39B-C24D-6A04-AD42-69BA45A3C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B07B9-AA21-4A8B-8221-47C4C09A258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40CE9-DB73-7831-6548-F713F165F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8D42D-32CA-1A70-7681-CBEFF8F22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40A06-7219-49CB-A85F-21D63C804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169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027FB-0073-0AE4-EC6E-4339CF059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8A3688-4532-C327-CF3E-D8E82C4412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1833D-F49C-2D13-1E9C-EC7D45224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4478C-73CB-1181-C32F-CA2C9A499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B07B9-AA21-4A8B-8221-47C4C09A258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852E8B-D55C-B510-80C0-BFD355D06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A7CC0-F358-FE7F-42BD-8493A4C68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40A06-7219-49CB-A85F-21D63C804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243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BDEEC-7F7A-97C9-062B-44B1A07B9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9088AA-E0F4-BD7A-4ECC-37A6C4DB2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F121B-19B5-43EF-3F41-CBDCEF51A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B07B9-AA21-4A8B-8221-47C4C09A258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F8EEB-8FA0-3369-A7D5-95A5DED5F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689F3-4720-FCCE-0046-548218ED5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40A06-7219-49CB-A85F-21D63C804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41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7BB1B5-1DF2-70E9-3DBB-D94A24A49A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8AD85-BF77-2940-B212-12E675136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1FFF4-F971-DDE0-B89F-D9BF2D694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B07B9-AA21-4A8B-8221-47C4C09A258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D9DBA-2B30-B31C-347E-01F2C40CE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81D4B-C1ED-F3A1-C853-2CC2846C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40A06-7219-49CB-A85F-21D63C804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645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7E4A40-7AE4-CD5B-2CB6-FF230CA9E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11EA1-C5F4-30E1-F980-9C2FC891B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C015C-9C00-5AD7-0DF5-07CE72590F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5B07B9-AA21-4A8B-8221-47C4C09A258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D661F-644B-0124-7E55-5EB8CE0038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AC671-F289-261B-BD11-168527D679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740A06-7219-49CB-A85F-21D63C804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932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Advanced Context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Modern AI tools rely heavily on context quality</a:t>
            </a:r>
          </a:p>
          <a:p>
            <a:pPr lvl="0"/>
            <a:r>
              <a:t>Developers can shape context intentionally</a:t>
            </a:r>
          </a:p>
          <a:p>
            <a:pPr lvl="0"/>
            <a:r>
              <a:t>Reduces hallucinations, drift, and rework</a:t>
            </a:r>
          </a:p>
          <a:p>
            <a:pPr lvl="0"/>
            <a:r>
              <a:t>Strong context discipline is a core AI‑era skill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File &amp; Folder Mentions (</a:t>
            </a:r>
            <a:r>
              <a:rPr b="1">
                <a:latin typeface="Courier"/>
              </a:rPr>
              <a:t>#</a:t>
            </a:r>
            <a:r>
              <a:rPr b="1"/>
              <a:t> Syntax)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How it helps</a:t>
            </a:r>
          </a:p>
          <a:p>
            <a:pPr lvl="0"/>
            <a:r>
              <a:t>Explicitly pull files into context</a:t>
            </a:r>
          </a:p>
          <a:p>
            <a:pPr lvl="0"/>
            <a:r>
              <a:t>Ensures the model references real code, not guesses</a:t>
            </a:r>
          </a:p>
          <a:p>
            <a:pPr lvl="0"/>
            <a:r>
              <a:t>Supports cross‑file refactoring and API consistency</a:t>
            </a:r>
          </a:p>
          <a:p>
            <a:pPr lvl="0"/>
            <a:r>
              <a:t>Reduces drift in large repos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/>
              <a:t>Examples</a:t>
            </a:r>
          </a:p>
          <a:p>
            <a:pPr lvl="0"/>
            <a:r>
              <a:rPr>
                <a:latin typeface="Courier"/>
              </a:rPr>
              <a:t>#src/utils/date.ts</a:t>
            </a:r>
          </a:p>
          <a:p>
            <a:pPr lvl="0"/>
            <a:r>
              <a:rPr>
                <a:latin typeface="Courier"/>
              </a:rPr>
              <a:t>#services/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200" b="1" dirty="0"/>
              <a:t>Spaces &amp; Knowledge Bases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Why they matter</a:t>
            </a:r>
          </a:p>
          <a:p>
            <a:pPr lvl="0"/>
            <a:r>
              <a:t>Persistent, structured context containers</a:t>
            </a:r>
          </a:p>
          <a:p>
            <a:pPr lvl="0"/>
            <a:r>
              <a:t>Store architectural rules, domain models, coding standards</a:t>
            </a:r>
          </a:p>
          <a:p>
            <a:pPr lvl="0"/>
            <a:r>
              <a:t>Provide long‑term memory beyond a single prompt</a:t>
            </a:r>
          </a:p>
          <a:p>
            <a:pPr lvl="0"/>
            <a:r>
              <a:t>Ideal for instruction files and evergreen boundaries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/>
              <a:t>Use cases</a:t>
            </a:r>
          </a:p>
          <a:p>
            <a:pPr lvl="0"/>
            <a:r>
              <a:t>Architecture constraints</a:t>
            </a:r>
          </a:p>
          <a:p>
            <a:pPr lvl="0"/>
            <a:r>
              <a:t>Domain terminology</a:t>
            </a:r>
          </a:p>
          <a:p>
            <a:pPr lvl="0"/>
            <a:r>
              <a:t>API contracts</a:t>
            </a:r>
          </a:p>
          <a:p>
            <a:pPr lvl="0"/>
            <a:r>
              <a:t>Coding conventions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Premium Usage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High‑end models = high reasoning cost</a:t>
            </a:r>
          </a:p>
          <a:p>
            <a:pPr lvl="0"/>
            <a:r>
              <a:rPr dirty="0"/>
              <a:t>Monitor usage patterns to avoid unnecessary calls</a:t>
            </a:r>
          </a:p>
          <a:p>
            <a:pPr lvl="0"/>
            <a:r>
              <a:rPr dirty="0"/>
              <a:t>Use a tiered strategy:</a:t>
            </a:r>
          </a:p>
          <a:p>
            <a:pPr lvl="1"/>
            <a:r>
              <a:rPr dirty="0"/>
              <a:t>Premium for architecture &amp; refactoring</a:t>
            </a:r>
          </a:p>
          <a:p>
            <a:pPr lvl="1"/>
            <a:r>
              <a:rPr dirty="0"/>
              <a:t>Mid‑tier for implementation</a:t>
            </a:r>
          </a:p>
          <a:p>
            <a:pPr lvl="1"/>
            <a:r>
              <a:rPr dirty="0"/>
              <a:t>Lightweight for boilerplate</a:t>
            </a:r>
          </a:p>
          <a:p>
            <a:pPr lvl="0"/>
            <a:r>
              <a:rPr dirty="0"/>
              <a:t>Optimize prompts to reduce token </a:t>
            </a:r>
            <a:r>
              <a:rPr lang="en-US" dirty="0"/>
              <a:t>consumption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200" b="1" dirty="0"/>
              <a:t>Token Estimation &amp; Overflow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t>Models have strict token limits</a:t>
            </a:r>
          </a:p>
          <a:p>
            <a:pPr lvl="0"/>
            <a:r>
              <a:t>Overflow causes silent failures:</a:t>
            </a:r>
          </a:p>
          <a:p>
            <a:pPr lvl="1"/>
            <a:r>
              <a:t>Missing requirements</a:t>
            </a:r>
          </a:p>
          <a:p>
            <a:pPr lvl="1"/>
            <a:r>
              <a:t>Contradictions</a:t>
            </a:r>
          </a:p>
          <a:p>
            <a:pPr lvl="1"/>
            <a:r>
              <a:t>Forgotten rules</a:t>
            </a:r>
          </a:p>
          <a:p>
            <a:pPr lvl="0"/>
            <a:r>
              <a:t>Techniques to stay within limits:</a:t>
            </a:r>
          </a:p>
          <a:p>
            <a:pPr lvl="1"/>
            <a:r>
              <a:t>Summaries</a:t>
            </a:r>
          </a:p>
          <a:p>
            <a:pPr lvl="1"/>
            <a:r>
              <a:t>Chunking</a:t>
            </a:r>
          </a:p>
          <a:p>
            <a:pPr lvl="1"/>
            <a:r>
              <a:t>Scoped prompts</a:t>
            </a:r>
          </a:p>
          <a:p>
            <a:pPr lvl="1"/>
            <a:r>
              <a:t>Instruction files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Why Token Limits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Every model has a maximum context window</a:t>
            </a:r>
          </a:p>
          <a:p>
            <a:pPr lvl="0"/>
            <a:r>
              <a:rPr dirty="0"/>
              <a:t>Prompts, code, examples, and instructions all consume tokens</a:t>
            </a:r>
          </a:p>
          <a:p>
            <a:pPr lvl="0"/>
            <a:r>
              <a:rPr dirty="0"/>
              <a:t>Exceeding the limit forces the model to discard earlier content</a:t>
            </a:r>
          </a:p>
          <a:p>
            <a:pPr lvl="0"/>
            <a:r>
              <a:rPr dirty="0"/>
              <a:t>The model never alerts you when this happens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Silent Failure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What Overflow Looks Like</a:t>
            </a:r>
          </a:p>
          <a:p>
            <a:pPr lvl="0"/>
            <a:r>
              <a:t>Missing requirements</a:t>
            </a:r>
          </a:p>
          <a:p>
            <a:pPr lvl="0"/>
            <a:r>
              <a:t>Contradictions</a:t>
            </a:r>
          </a:p>
          <a:p>
            <a:pPr lvl="0"/>
            <a:r>
              <a:t>Forgotten rules</a:t>
            </a:r>
          </a:p>
          <a:p>
            <a:pPr lvl="0"/>
            <a:r>
              <a:t>Inconsistent reasoning</a:t>
            </a:r>
          </a:p>
          <a:p>
            <a:pPr lvl="0"/>
            <a:r>
              <a:t>Loss of architectural constraints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Technique: Summaries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How Summaries Help</a:t>
            </a:r>
          </a:p>
          <a:p>
            <a:pPr lvl="0"/>
            <a:r>
              <a:t>Compress large files into short, high‑signal descriptions</a:t>
            </a:r>
          </a:p>
          <a:p>
            <a:pPr lvl="0"/>
            <a:r>
              <a:t>Preserve intent without overwhelming the context window</a:t>
            </a:r>
          </a:p>
          <a:p>
            <a:pPr lvl="0"/>
            <a:r>
              <a:t>Reuse summaries across prompts</a:t>
            </a:r>
          </a:p>
          <a:p>
            <a:pPr lvl="0"/>
            <a:r>
              <a:t>Reduce noise and improve model alignment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Technique: Chunking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How Chunking Works</a:t>
            </a:r>
          </a:p>
          <a:p>
            <a:pPr lvl="0"/>
            <a:r>
              <a:t>Break large tasks into smaller, self‑contained steps</a:t>
            </a:r>
          </a:p>
          <a:p>
            <a:pPr lvl="0"/>
            <a:r>
              <a:t>Provide only the relevant portion of the code</a:t>
            </a:r>
          </a:p>
          <a:p>
            <a:pPr lvl="0"/>
            <a:r>
              <a:t>Validate each chunk before moving on</a:t>
            </a:r>
          </a:p>
          <a:p>
            <a:pPr lvl="0"/>
            <a:r>
              <a:t>Prevents the model from being overloaded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Technique: Scoped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Benefits</a:t>
            </a:r>
          </a:p>
          <a:p>
            <a:pPr lvl="0"/>
            <a:r>
              <a:t>Limit the model’s focus to a single module or function</a:t>
            </a:r>
          </a:p>
          <a:p>
            <a:pPr lvl="0"/>
            <a:r>
              <a:t>Reduce irrelevant context</a:t>
            </a:r>
          </a:p>
          <a:p>
            <a:pPr lvl="0"/>
            <a:r>
              <a:t>Improve accuracy and reduce hallucinations</a:t>
            </a:r>
          </a:p>
          <a:p>
            <a:pPr lvl="0"/>
            <a:r>
              <a:t>Keep token usage predictable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Technique: Instruction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Why They Matter</a:t>
            </a:r>
          </a:p>
          <a:p>
            <a:pPr lvl="0"/>
            <a:r>
              <a:t>Move stable rules out of the active prompt</a:t>
            </a:r>
          </a:p>
          <a:p>
            <a:pPr lvl="0"/>
            <a:r>
              <a:t>Provide persistent architectural and style guidance</a:t>
            </a:r>
          </a:p>
          <a:p>
            <a:pPr lvl="0"/>
            <a:r>
              <a:t>Reduce repeated tokens across sessions</a:t>
            </a:r>
          </a:p>
          <a:p>
            <a:pPr lvl="0"/>
            <a:r>
              <a:t>Keep prompts short and high‑signal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951</Words>
  <Application>Microsoft Office PowerPoint</Application>
  <PresentationFormat>Widescreen</PresentationFormat>
  <Paragraphs>154</Paragraphs>
  <Slides>11</Slides>
  <Notes>11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Courier</vt:lpstr>
      <vt:lpstr>Office Theme</vt:lpstr>
      <vt:lpstr>Advanced Context Techniques</vt:lpstr>
      <vt:lpstr>File &amp; Folder Mentions (# Syntax)</vt:lpstr>
      <vt:lpstr>Spaces &amp; Knowledge Bases Integration</vt:lpstr>
      <vt:lpstr>Premium Usage Monitoring</vt:lpstr>
      <vt:lpstr>Token Estimation &amp; Overflow Detection</vt:lpstr>
      <vt:lpstr>Why Token Limits Matter</vt:lpstr>
      <vt:lpstr>Silent Failure Modes</vt:lpstr>
      <vt:lpstr>Technique: Summaries</vt:lpstr>
      <vt:lpstr>Technique: Chunking</vt:lpstr>
      <vt:lpstr>Technique: Scoped Prompts</vt:lpstr>
      <vt:lpstr>Technique: Instruction Files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1</cp:revision>
  <dcterms:created xsi:type="dcterms:W3CDTF">2026-03-05T20:36:42Z</dcterms:created>
  <dcterms:modified xsi:type="dcterms:W3CDTF">2026-03-05T20:37:14Z</dcterms:modified>
</cp:coreProperties>
</file>