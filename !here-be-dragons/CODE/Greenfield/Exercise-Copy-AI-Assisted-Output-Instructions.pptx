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reinforces the importance of maintaining consistent AI-assisted output policies across repositories. By copying the instructions file, participants learn to manage compliance and provenance requirements for AI-generated artifacts. Ensure the copied file is identical and properly placed to support future AI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Exercise: Copy AI-Assisted Output Instructions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Copy AI-Assisted Output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10 minutes</a:t>
            </a:r>
          </a:p>
          <a:p>
            <a:pPr lvl="0" indent="0" marL="0">
              <a:buNone/>
            </a:pPr>
            <a:r>
              <a:rPr b="1"/>
              <a:t>Objectives:</a:t>
            </a:r>
            <a:r>
              <a:rPr/>
              <a:t> - Understand file organization for AI-assisted output policies - Practice copying files between repositories - Ensure compliance with output metadata requirements</a:t>
            </a:r>
          </a:p>
          <a:p>
            <a:pPr lvl="0" indent="0" marL="0">
              <a:buNone/>
            </a:pPr>
            <a:r>
              <a:rPr b="1"/>
              <a:t>Activities:</a:t>
            </a:r>
            <a:r>
              <a:rPr/>
              <a:t> 1. Locate </a:t>
            </a:r>
            <a:r>
              <a:rPr>
                <a:latin typeface="Courier"/>
              </a:rPr>
              <a:t>.github/instructions/ai-assisted-output.instructions.md</a:t>
            </a:r>
            <a:r>
              <a:rPr/>
              <a:t> in the AI-Assisted-Software-Development repository 2. Copy the file into the </a:t>
            </a:r>
            <a:r>
              <a:rPr>
                <a:latin typeface="Courier"/>
              </a:rPr>
              <a:t>.github/instructions</a:t>
            </a:r>
            <a:r>
              <a:rPr/>
              <a:t> folder of the current repository 3. Verify the copied file matches the original</a:t>
            </a:r>
          </a:p>
          <a:p>
            <a:pPr lvl="0" indent="0" marL="0">
              <a:buNone/>
            </a:pPr>
            <a:r>
              <a:rPr b="1"/>
              <a:t>Success Criteria:</a:t>
            </a:r>
            <a:r>
              <a:rPr/>
              <a:t> - The file is present in </a:t>
            </a:r>
            <a:r>
              <a:rPr>
                <a:latin typeface="Courier"/>
              </a:rPr>
              <a:t>.github/instructions</a:t>
            </a:r>
            <a:r>
              <a:rPr/>
              <a:t> in the current repo - The content matches the source file - No metadata or formatting is lost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Exercise: Copy AI-Assisted Output Instructions</dc:title>
  <dc:creator/>
  <cp:keywords/>
  <dcterms:created xsi:type="dcterms:W3CDTF">2026-02-05T05:42:37Z</dcterms:created>
  <dcterms:modified xsi:type="dcterms:W3CDTF">2026-02-05T05:42:37Z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theme">
    <vt:lpwstr>default</vt:lpwstr>
  </property>
</Properties>
</file>