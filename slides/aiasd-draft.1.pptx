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743" r:id="rId4"/>
  </p:sldMasterIdLst>
  <p:notesMasterIdLst>
    <p:notesMasterId r:id="rId10"/>
  </p:notesMasterIdLst>
  <p:sldIdLst>
    <p:sldId id="256" r:id="rId5"/>
    <p:sldId id="257" r:id="rId6"/>
    <p:sldId id="258" r:id="rId7"/>
    <p:sldId id="259" r:id="rId8"/>
    <p:sldId id="260" r:id="rId9"/>
  </p:sldIdLst>
  <p:sldSz cx="12192000" cy="6858000"/>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6"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8B12"/>
    <a:srgbClr val="8E1416"/>
    <a:srgbClr val="922123"/>
    <a:srgbClr val="AA8200"/>
    <a:srgbClr val="DEAA00"/>
    <a:srgbClr val="007FB1"/>
    <a:srgbClr val="38955A"/>
    <a:srgbClr val="920000"/>
    <a:srgbClr val="212121"/>
    <a:srgbClr val="2C4D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20007"/>
    <p:restoredTop autoAdjust="0" sz="63597"/>
  </p:normalViewPr>
  <p:slideViewPr>
    <p:cSldViewPr showGuides="1" snapToGrid="0">
      <p:cViewPr varScale="1">
        <p:scale>
          <a:sx d="100" n="87"/>
          <a:sy d="100" n="87"/>
        </p:scale>
        <p:origin x="57" y="258"/>
      </p:cViewPr>
      <p:guideLst>
        <p:guide orient="horz" pos="2136"/>
        <p:guide pos="3840"/>
      </p:guideLst>
    </p:cSldViewPr>
  </p:slideViewPr>
  <p:outlineViewPr>
    <p:cViewPr>
      <p:scale>
        <a:sx d="100" n="33"/>
        <a:sy d="100" n="33"/>
      </p:scale>
      <p:origin x="0" y="-16152"/>
    </p:cViewPr>
  </p:outlineViewPr>
  <p:notesTextViewPr>
    <p:cViewPr>
      <p:scale>
        <a:sx d="1" n="1"/>
        <a:sy d="1" n="1"/>
      </p:scale>
      <p:origin x="0" y="0"/>
    </p:cViewPr>
  </p:notesTextViewPr>
  <p:gridSpacing cx="76200" cy="76200"/>
</p:viewPr>
</file>

<file path=ppt/_rels/presentation.xml.rels><?xml version="1.0" encoding="UTF-8"?><Relationships xmlns="http://schemas.openxmlformats.org/package/2006/relationships"><Relationship Id="rId5" Type="http://schemas.openxmlformats.org/officeDocument/2006/relationships/slide" Target="slides/slide1.xml" /><Relationship Id="rId6" Type="http://schemas.openxmlformats.org/officeDocument/2006/relationships/slide" Target="slides/slide2.xml" /><Relationship Id="rId7" Type="http://schemas.openxmlformats.org/officeDocument/2006/relationships/slide" Target="slides/slide3.xml" /><Relationship Id="rId8" Type="http://schemas.openxmlformats.org/officeDocument/2006/relationships/slide" Target="slides/slide4.xml" /><Relationship Id="rId9" Type="http://schemas.openxmlformats.org/officeDocument/2006/relationships/slide" Target="slides/slide5.xml" /><Relationship Id="rId10" Type="http://schemas.openxmlformats.org/officeDocument/2006/relationships/notesMaster" Target="notesMasters/notesMaster1.xml" /><Relationship Id="rId14" Type="http://schemas.openxmlformats.org/officeDocument/2006/relationships/tableStyles" Target="tableStyles.xml" /><Relationship Id="rId3" Type="http://schemas.openxmlformats.org/officeDocument/2006/relationships/customXml" Target="../customXml/item3.xml" /><Relationship Id="rId13" Type="http://schemas.openxmlformats.org/officeDocument/2006/relationships/theme" Target="theme/theme1.xml" /><Relationship Id="rId2" Type="http://schemas.openxmlformats.org/officeDocument/2006/relationships/customXml" Target="../customXml/item2.xml" /><Relationship Id="rId1" Type="http://schemas.openxmlformats.org/officeDocument/2006/relationships/customXml" Target="../customXml/item1.xml" /><Relationship Id="rId12" Type="http://schemas.openxmlformats.org/officeDocument/2006/relationships/viewProps" Target="viewProps.xml" /><Relationship Id="rId11" Type="http://schemas.openxmlformats.org/officeDocument/2006/relationships/presProps" Target="presProps.xml" /><Relationship Id="rId4" Type="http://schemas.openxmlformats.org/officeDocument/2006/relationships/slideMaster" Target="slideMasters/slideMaster1.xml" /><Relationship Id="rId15" Type="http://schemas.microsoft.com/office/2016/11/relationships/changesInfo" Target="changesInfos/changesInfo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87355B-E5B2-6E48-8859-C40F7DC7FE0C}" type="datetimeFigureOut">
              <a:rPr lang="en-US" smtClean="0"/>
              <a:t>10/19/2025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31DA66-BB00-F84C-BB6F-3E6E140CFF70}" type="slidenum">
              <a:rPr lang="en-US" smtClean="0"/>
              <a:t>‹#›</a:t>
            </a:fld>
            <a:endParaRPr lang="en-US"/>
          </a:p>
        </p:txBody>
      </p:sp>
    </p:spTree>
    <p:extLst>
      <p:ext uri="{BB962C8B-B14F-4D97-AF65-F5344CB8AC3E}">
        <p14:creationId xmlns:p14="http://schemas.microsoft.com/office/powerpoint/2010/main" val="622745019"/>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Day One: Outline the day’s goals and emphasize participation and hands-on exercises.</a:t>
            </a:r>
          </a:p>
        </p:txBody>
      </p:sp>
      <p:sp>
        <p:nvSpPr>
          <p:cNvPr id="4" name="Slide Number Placeholder 3"/>
          <p:cNvSpPr>
            <a:spLocks noGrp="1"/>
          </p:cNvSpPr>
          <p:nvPr>
            <p:ph type="sldNum" sz="quarter" idx="10"/>
          </p:nvPr>
        </p:nvSpPr>
        <p:spPr/>
        <p:txBody>
          <a:bodyPr/>
          <a:lstStyle/>
          <a:p>
            <a:fld id="{8D31DA66-BB00-F84C-BB6F-3E6E140CFF70}" type="slidenum">
              <a:rPr lang="en-US"/>
              <a:t>4</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CODE is a custom software company, a staff augmentation company, CODE Magazine for software developers, and training like this webinar. We’ve been in business for 30 years and the magazine just hit its 25th anniversary. Visit the website at https://www.codemag.com/ for more details.</a:t>
            </a:r>
          </a:p>
        </p:txBody>
      </p:sp>
      <p:sp>
        <p:nvSpPr>
          <p:cNvPr id="4" name="Slide Number Placeholder 3"/>
          <p:cNvSpPr>
            <a:spLocks noGrp="1"/>
          </p:cNvSpPr>
          <p:nvPr>
            <p:ph type="sldNum" sz="quarter" idx="10"/>
          </p:nvPr>
        </p:nvSpPr>
        <p:spPr/>
        <p:txBody>
          <a:bodyPr/>
          <a:lstStyle/>
          <a:p>
            <a:fld id="{8D31DA66-BB00-F84C-BB6F-3E6E140CFF70}" type="slidenum">
              <a:rPr lang="en-US"/>
              <a:t>5</a:t>
            </a:fld>
            <a:endParaRPr lang="en-US"/>
          </a:p>
        </p:txBody>
      </p:sp>
    </p:spTree>
  </p:cSld>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007FB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E5D4979-0E48-181C-5438-B441393DCAC1}"/>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
        <p:nvSpPr>
          <p:cNvPr id="2" name="Title 1">
            <a:extLst>
              <a:ext uri="{FF2B5EF4-FFF2-40B4-BE49-F238E27FC236}">
                <a16:creationId xmlns:a16="http://schemas.microsoft.com/office/drawing/2014/main" id="{38BA191F-D9FD-C2EB-983F-9B42F26EB6F6}"/>
              </a:ext>
            </a:extLst>
          </p:cNvPr>
          <p:cNvSpPr>
            <a:spLocks noGrp="1"/>
          </p:cNvSpPr>
          <p:nvPr>
            <p:ph type="ctrTitle"/>
          </p:nvPr>
        </p:nvSpPr>
        <p:spPr>
          <a:xfrm>
            <a:off x="1524000" y="2759384"/>
            <a:ext cx="9144000" cy="1891556"/>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2FDDE32-D155-6EE2-5EAC-C0A0C4B0AB69}"/>
              </a:ext>
            </a:extLst>
          </p:cNvPr>
          <p:cNvSpPr>
            <a:spLocks noGrp="1"/>
          </p:cNvSpPr>
          <p:nvPr>
            <p:ph type="subTitle" idx="1"/>
          </p:nvPr>
        </p:nvSpPr>
        <p:spPr>
          <a:xfrm>
            <a:off x="1524000" y="4952326"/>
            <a:ext cx="9144000" cy="132507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5" name="Picture 4">
            <a:extLst>
              <a:ext uri="{FF2B5EF4-FFF2-40B4-BE49-F238E27FC236}">
                <a16:creationId xmlns:a16="http://schemas.microsoft.com/office/drawing/2014/main" id="{A09F10DC-7230-4581-E771-A51DC87C601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4294437" y="1238105"/>
            <a:ext cx="3578217" cy="1288157"/>
          </a:xfrm>
          <a:prstGeom prst="rect">
            <a:avLst/>
          </a:prstGeom>
          <a:ln>
            <a:noFill/>
          </a:ln>
          <a:effectLst/>
        </p:spPr>
      </p:pic>
    </p:spTree>
    <p:extLst>
      <p:ext uri="{BB962C8B-B14F-4D97-AF65-F5344CB8AC3E}">
        <p14:creationId xmlns:p14="http://schemas.microsoft.com/office/powerpoint/2010/main" val="3742734728"/>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0587407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2282959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318506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9783303"/>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entere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630894"/>
            <a:ext cx="8928887" cy="1568871"/>
          </a:xfrm>
        </p:spPr>
        <p:txBody>
          <a:bodyP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52021016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9545636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
        <p:nvSpPr>
          <p:cNvPr id="3" name="Picture Placeholder 3">
            <a:extLst>
              <a:ext uri="{FF2B5EF4-FFF2-40B4-BE49-F238E27FC236}">
                <a16:creationId xmlns:a16="http://schemas.microsoft.com/office/drawing/2014/main" id="{F1C99E23-E5F1-1D9C-BF82-D83E6E9F1346}"/>
              </a:ext>
            </a:extLst>
          </p:cNvPr>
          <p:cNvSpPr>
            <a:spLocks noGrp="1"/>
          </p:cNvSpPr>
          <p:nvPr>
            <p:ph type="pic" sz="quarter" idx="10"/>
          </p:nvPr>
        </p:nvSpPr>
        <p:spPr>
          <a:xfrm>
            <a:off x="900113" y="2433638"/>
            <a:ext cx="10391774" cy="3790950"/>
          </a:xfrm>
        </p:spPr>
        <p:txBody>
          <a:bodyPr/>
          <a:lstStyle/>
          <a:p>
            <a:endParaRPr lang="en-US"/>
          </a:p>
        </p:txBody>
      </p:sp>
      <p:sp>
        <p:nvSpPr>
          <p:cNvPr id="4" name="Text Placeholder 5">
            <a:extLst>
              <a:ext uri="{FF2B5EF4-FFF2-40B4-BE49-F238E27FC236}">
                <a16:creationId xmlns:a16="http://schemas.microsoft.com/office/drawing/2014/main" id="{63708861-970C-B5DB-BF46-526E75A04C16}"/>
              </a:ext>
            </a:extLst>
          </p:cNvPr>
          <p:cNvSpPr>
            <a:spLocks noGrp="1"/>
          </p:cNvSpPr>
          <p:nvPr>
            <p:ph type="body" sz="quarter" idx="11" hasCustomPrompt="1"/>
          </p:nvPr>
        </p:nvSpPr>
        <p:spPr>
          <a:xfrm>
            <a:off x="900113" y="1444625"/>
            <a:ext cx="10391774" cy="649288"/>
          </a:xfrm>
        </p:spPr>
        <p:txBody>
          <a:bodyPr/>
          <a:lstStyle>
            <a:lvl1pPr marL="0" indent="0">
              <a:buNone/>
              <a:defRPr/>
            </a:lvl1pPr>
          </a:lstStyle>
          <a:p>
            <a:pPr lvl="0"/>
            <a:r>
              <a:rPr lang="en-US" dirty="0"/>
              <a:t>Image Caption</a:t>
            </a:r>
          </a:p>
        </p:txBody>
      </p:sp>
    </p:spTree>
    <p:extLst>
      <p:ext uri="{BB962C8B-B14F-4D97-AF65-F5344CB8AC3E}">
        <p14:creationId xmlns:p14="http://schemas.microsoft.com/office/powerpoint/2010/main" val="182745761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7113423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7AB04E-CD14-3B5B-FB56-FF0AC2426BBE}"/>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Tree>
    <p:extLst>
      <p:ext uri="{BB962C8B-B14F-4D97-AF65-F5344CB8AC3E}">
        <p14:creationId xmlns:p14="http://schemas.microsoft.com/office/powerpoint/2010/main" val="435387362"/>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de">
    <p:bg>
      <p:bgPr>
        <a:solidFill>
          <a:srgbClr val="21212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DF442E2-8683-D251-03C0-5FDD0CBEBC4F}"/>
              </a:ext>
            </a:extLst>
          </p:cNvPr>
          <p:cNvSpPr>
            <a:spLocks noGrp="1"/>
          </p:cNvSpPr>
          <p:nvPr>
            <p:ph type="body" sz="quarter" idx="10" hasCustomPrompt="1"/>
          </p:nvPr>
        </p:nvSpPr>
        <p:spPr>
          <a:xfrm>
            <a:off x="833480" y="1051965"/>
            <a:ext cx="9831823" cy="313932"/>
          </a:xfrm>
        </p:spPr>
        <p:txBody>
          <a:bodyPr>
            <a:spAutoFit/>
          </a:bodyPr>
          <a:lstStyle>
            <a:lvl1pPr marL="0" indent="0">
              <a:buFontTx/>
              <a:buNone/>
              <a:defRPr sz="1600">
                <a:latin typeface="Victor Mono" pitchFamily="49" charset="0"/>
              </a:defRPr>
            </a:lvl1pPr>
            <a:lvl2pPr marL="457200" indent="0">
              <a:buFontTx/>
              <a:buNone/>
              <a:defRPr>
                <a:latin typeface="Victor Mono" pitchFamily="49" charset="0"/>
              </a:defRPr>
            </a:lvl2pPr>
            <a:lvl3pPr marL="914400" indent="0">
              <a:buFontTx/>
              <a:buNone/>
              <a:defRPr>
                <a:latin typeface="Victor Mono" pitchFamily="49" charset="0"/>
              </a:defRPr>
            </a:lvl3pPr>
            <a:lvl4pPr marL="1371600" indent="0">
              <a:buFontTx/>
              <a:buNone/>
              <a:defRPr>
                <a:latin typeface="Victor Mono" pitchFamily="49" charset="0"/>
              </a:defRPr>
            </a:lvl4pPr>
            <a:lvl5pPr marL="1828800" indent="0">
              <a:buFontTx/>
              <a:buNone/>
              <a:defRPr>
                <a:latin typeface="Victor Mono" pitchFamily="49" charset="0"/>
              </a:defRPr>
            </a:lvl5pPr>
          </a:lstStyle>
          <a:p>
            <a:pPr lvl="0"/>
            <a:r>
              <a:rPr lang="en-US" dirty="0"/>
              <a:t>Click to edit Code text</a:t>
            </a:r>
          </a:p>
        </p:txBody>
      </p:sp>
    </p:spTree>
    <p:extLst>
      <p:ext uri="{BB962C8B-B14F-4D97-AF65-F5344CB8AC3E}">
        <p14:creationId xmlns:p14="http://schemas.microsoft.com/office/powerpoint/2010/main" val="87609124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13" Target="../media/image1.png" Type="http://schemas.openxmlformats.org/officeDocument/2006/relationships/image"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 Id="rId14" Target="../media/image2.png" Type="http://schemas.openxmlformats.org/officeDocument/2006/relationships/image" /></Relationships>
</file>

<file path=ppt/slideMasters/slideMaster1.xml><?xml version="1.0" encoding="utf-8"?>
<p:sldMaster xmlns:a="http://schemas.openxmlformats.org/drawingml/2006/main" xmlns:p="http://schemas.openxmlformats.org/presentationml/2006/main" xmlns:r="http://schemas.openxmlformats.org/officeDocument/2006/relationships" preserve="1">
  <p:cSld>
    <p:bg>
      <p:bgPr>
        <a:solidFill>
          <a:srgbClr val="007FB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C53BF9-6377-93D8-5BD7-30937619B4E2}"/>
              </a:ext>
            </a:extLst>
          </p:cNvPr>
          <p:cNvPicPr>
            <a:picLocks noChangeAspect="1"/>
          </p:cNvPicPr>
          <p:nvPr userDrawn="1"/>
        </p:nvPicPr>
        <p:blipFill>
          <a:blip r:embed="rId13">
            <a:alphaModFix amt="20000"/>
          </a:blip>
          <a:srcRect b="10945" l="301" r="713" t="5222"/>
          <a:stretch/>
        </p:blipFill>
        <p:spPr>
          <a:xfrm>
            <a:off x="0" y="-1"/>
            <a:ext cx="12192000" cy="6858001"/>
          </a:xfrm>
          <a:prstGeom prst="rect">
            <a:avLst/>
          </a:prstGeom>
        </p:spPr>
      </p:pic>
      <p:sp>
        <p:nvSpPr>
          <p:cNvPr id="2" name="Title Placeholder 1">
            <a:extLst>
              <a:ext uri="{FF2B5EF4-FFF2-40B4-BE49-F238E27FC236}">
                <a16:creationId xmlns:a16="http://schemas.microsoft.com/office/drawing/2014/main" id="{3A4163A3-B061-0949-1965-0375841BDB05}"/>
              </a:ext>
            </a:extLst>
          </p:cNvPr>
          <p:cNvSpPr>
            <a:spLocks noGrp="1"/>
          </p:cNvSpPr>
          <p:nvPr>
            <p:ph type="title"/>
          </p:nvPr>
        </p:nvSpPr>
        <p:spPr>
          <a:xfrm>
            <a:off x="838200" y="365126"/>
            <a:ext cx="8928887" cy="703024"/>
          </a:xfrm>
          <a:prstGeom prst="rect">
            <a:avLst/>
          </a:prstGeom>
        </p:spPr>
        <p:txBody>
          <a:bodyPr anchor="ctr" bIns="45720" lIns="91440" rIns="91440" rtlCol="0" tIns="45720" vert="horz">
            <a:normAutofit/>
          </a:bodyPr>
          <a:lstStyle/>
          <a:p>
            <a:r>
              <a:rPr lang="en-US"/>
              <a:t>Click to edit Master title style</a:t>
            </a:r>
            <a:endParaRPr dirty="0" lang="en-US"/>
          </a:p>
        </p:txBody>
      </p:sp>
      <p:sp>
        <p:nvSpPr>
          <p:cNvPr id="3" name="Text Placeholder 2">
            <a:extLst>
              <a:ext uri="{FF2B5EF4-FFF2-40B4-BE49-F238E27FC236}">
                <a16:creationId xmlns:a16="http://schemas.microsoft.com/office/drawing/2014/main" id="{D4E76094-9BD4-ED01-3BE5-5F760EE32E2A}"/>
              </a:ext>
            </a:extLst>
          </p:cNvPr>
          <p:cNvSpPr>
            <a:spLocks noGrp="1"/>
          </p:cNvSpPr>
          <p:nvPr>
            <p:ph idx="1" type="body"/>
          </p:nvPr>
        </p:nvSpPr>
        <p:spPr>
          <a:xfrm>
            <a:off x="838200" y="1461483"/>
            <a:ext cx="10515600" cy="4351338"/>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pic>
        <p:nvPicPr>
          <p:cNvPr id="4" name="Picture 3">
            <a:extLst>
              <a:ext uri="{FF2B5EF4-FFF2-40B4-BE49-F238E27FC236}">
                <a16:creationId xmlns:a16="http://schemas.microsoft.com/office/drawing/2014/main" id="{CD6163BC-C951-C17F-421A-4AD743EDDB29}"/>
              </a:ext>
            </a:extLst>
          </p:cNvPr>
          <p:cNvPicPr>
            <a:picLocks noChangeAspect="1"/>
          </p:cNvPicPr>
          <p:nvPr userDrawn="1"/>
        </p:nvPicPr>
        <p:blipFill>
          <a:blip r:embed="rId14"/>
          <a:srcRect/>
          <a:stretch/>
        </p:blipFill>
        <p:spPr>
          <a:xfrm>
            <a:off x="10016117" y="424540"/>
            <a:ext cx="1783676" cy="643610"/>
          </a:xfrm>
          <a:prstGeom prst="rect">
            <a:avLst/>
          </a:prstGeom>
          <a:ln>
            <a:noFill/>
          </a:ln>
          <a:effectLst/>
        </p:spPr>
      </p:pic>
    </p:spTree>
    <p:extLst>
      <p:ext uri="{BB962C8B-B14F-4D97-AF65-F5344CB8AC3E}">
        <p14:creationId xmlns:p14="http://schemas.microsoft.com/office/powerpoint/2010/main" val="2005844286"/>
      </p:ext>
    </p:extLst>
  </p:cSld>
  <p:clrMap accent1="accent1" accent2="accent2" accent3="accent3" accent4="accent4" accent5="accent5" accent6="accent6" bg1="lt1" bg2="lt2" folHlink="folHlink" hlink="hlink" tx1="dk1" tx2="dk2"/>
  <p:sldLayoutIdLst>
    <p:sldLayoutId id="2147483744" r:id="rId1"/>
    <p:sldLayoutId id="2147483745" r:id="rId2"/>
    <p:sldLayoutId id="2147483797" r:id="rId3"/>
    <p:sldLayoutId id="2147483746" r:id="rId4"/>
    <p:sldLayoutId id="2147483784" r:id="rId5"/>
    <p:sldLayoutId id="2147483747" r:id="rId6"/>
    <p:sldLayoutId id="2147483748" r:id="rId7"/>
    <p:sldLayoutId id="2147483792" r:id="rId8"/>
    <p:sldLayoutId id="2147483749" r:id="rId9"/>
    <p:sldLayoutId id="2147483750" r:id="rId10"/>
    <p:sldLayoutId id="2147483751" r:id="rId11"/>
  </p:sldLayoutIdLst>
  <p:transition>
    <p:fade/>
  </p:transition>
  <p:txStyles>
    <p:titleStyle>
      <a:lvl1pPr algn="l" defTabSz="914400" eaLnBrk="1" hangingPunct="1" latinLnBrk="0" rtl="0">
        <a:lnSpc>
          <a:spcPct val="90000"/>
        </a:lnSpc>
        <a:spcBef>
          <a:spcPct val="0"/>
        </a:spcBef>
        <a:buNone/>
        <a:defRPr b="1" kern="1200" sz="4400">
          <a:solidFill>
            <a:schemeClr val="bg1"/>
          </a:solidFill>
          <a:latin charset="0" panose="020B0502040504020204" pitchFamily="34" typeface="Noto Sans"/>
          <a:ea charset="0" panose="020B0502040504020204" pitchFamily="34" typeface="Noto Sans"/>
          <a:cs charset="0" panose="020B0502040504020204" pitchFamily="34" typeface="Noto Sans"/>
        </a:defRPr>
      </a:lvl1pPr>
    </p:titleStyle>
    <p:bodyStyle>
      <a:lvl1pPr algn="l" defTabSz="914400" eaLnBrk="1" hangingPunct="1" indent="-228600" latinLnBrk="0" marL="228600" rtl="0">
        <a:lnSpc>
          <a:spcPct val="100000"/>
        </a:lnSpc>
        <a:spcBef>
          <a:spcPts val="1000"/>
        </a:spcBef>
        <a:buFont charset="0" panose="020B0604020202020204" pitchFamily="34" typeface="Arial"/>
        <a:buChar char="•"/>
        <a:defRPr kern="1200" sz="2800">
          <a:solidFill>
            <a:schemeClr val="bg1"/>
          </a:solidFill>
          <a:latin charset="0" panose="020B0502040504020204" pitchFamily="34" typeface="Noto Sans"/>
          <a:ea charset="0" panose="020B0502040504020204" pitchFamily="34" typeface="Noto Sans"/>
          <a:cs charset="0" panose="020B0502040504020204" pitchFamily="34" typeface="Noto Sans"/>
        </a:defRPr>
      </a:lvl1pPr>
      <a:lvl2pPr algn="l" defTabSz="914400" eaLnBrk="1" hangingPunct="1" indent="-228600" latinLnBrk="0" marL="685800" rtl="0">
        <a:lnSpc>
          <a:spcPct val="100000"/>
        </a:lnSpc>
        <a:spcBef>
          <a:spcPts val="500"/>
        </a:spcBef>
        <a:buFont charset="0" panose="020B0604020202020204" pitchFamily="34" typeface="Arial"/>
        <a:buChar char="•"/>
        <a:defRPr kern="1200" sz="2400">
          <a:solidFill>
            <a:schemeClr val="bg1"/>
          </a:solidFill>
          <a:latin charset="0" panose="020B0502040504020204" pitchFamily="34" typeface="Noto Sans"/>
          <a:ea charset="0" panose="020B0502040504020204" pitchFamily="34" typeface="Noto Sans"/>
          <a:cs charset="0" panose="020B0502040504020204" pitchFamily="34" typeface="Noto Sans"/>
        </a:defRPr>
      </a:lvl2pPr>
      <a:lvl3pPr algn="l" defTabSz="914400" eaLnBrk="1" hangingPunct="1" indent="-228600" latinLnBrk="0" marL="1143000" rtl="0">
        <a:lnSpc>
          <a:spcPct val="100000"/>
        </a:lnSpc>
        <a:spcBef>
          <a:spcPts val="500"/>
        </a:spcBef>
        <a:buFont charset="0" panose="020B0604020202020204" pitchFamily="34" typeface="Arial"/>
        <a:buChar char="•"/>
        <a:defRPr kern="1200" sz="2000">
          <a:solidFill>
            <a:schemeClr val="bg1"/>
          </a:solidFill>
          <a:latin charset="0" panose="020B0502040504020204" pitchFamily="34" typeface="Noto Sans"/>
          <a:ea charset="0" panose="020B0502040504020204" pitchFamily="34" typeface="Noto Sans"/>
          <a:cs charset="0" panose="020B0502040504020204" pitchFamily="34" typeface="Noto Sans"/>
        </a:defRPr>
      </a:lvl3pPr>
      <a:lvl4pPr algn="l" defTabSz="914400" eaLnBrk="1" hangingPunct="1" indent="-228600" latinLnBrk="0" marL="1600200" rtl="0">
        <a:lnSpc>
          <a:spcPct val="100000"/>
        </a:lnSpc>
        <a:spcBef>
          <a:spcPts val="500"/>
        </a:spcBef>
        <a:buFont charset="0" panose="020B0604020202020204" pitchFamily="34" typeface="Arial"/>
        <a:buChar char="•"/>
        <a:defRPr kern="1200" sz="1800">
          <a:solidFill>
            <a:schemeClr val="bg1"/>
          </a:solidFill>
          <a:latin charset="0" panose="020B0502040504020204" pitchFamily="34" typeface="Noto Sans"/>
          <a:ea charset="0" panose="020B0502040504020204" pitchFamily="34" typeface="Noto Sans"/>
          <a:cs charset="0" panose="020B0502040504020204" pitchFamily="34" typeface="Noto Sans"/>
        </a:defRPr>
      </a:lvl4pPr>
      <a:lvl5pPr algn="l" defTabSz="914400" eaLnBrk="1" hangingPunct="1" indent="-228600" latinLnBrk="0" marL="2057400" rtl="0">
        <a:lnSpc>
          <a:spcPct val="100000"/>
        </a:lnSpc>
        <a:spcBef>
          <a:spcPts val="500"/>
        </a:spcBef>
        <a:buFont charset="0" panose="020B0604020202020204" pitchFamily="34" typeface="Arial"/>
        <a:buChar char="•"/>
        <a:defRPr kern="1200" sz="1800">
          <a:solidFill>
            <a:schemeClr val="bg1"/>
          </a:solidFill>
          <a:latin charset="0" panose="020B0502040504020204" pitchFamily="34" typeface="Noto Sans"/>
          <a:ea charset="0" panose="020B0502040504020204" pitchFamily="34" typeface="Noto Sans"/>
          <a:cs charset="0" panose="020B0502040504020204" pitchFamily="34" typeface="Noto San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2.xml" /><Relationship Id="rId4" Type="http://schemas.openxmlformats.org/officeDocument/2006/relationships/image" Target="../media/image10.png" /><Relationship Id="rId3" Type="http://schemas.openxmlformats.org/officeDocument/2006/relationships/image" Target="../media/image9.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aiasd draft.1</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i="1"/>
              <a:t>Converted from: </a:t>
            </a:r>
            <a:r>
              <a:rPr i="1">
                <a:latin typeface="Courier"/>
              </a:rPr>
              <a:t>aiasd-draft.1.pptx</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spcBef>
                <a:spcPts val="3000"/>
              </a:spcBef>
              <a:buNone/>
            </a:pPr>
            <a:r>
              <a:rPr b="1"/>
              <a:t>Welcome to AI Assisted Software Development</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spcBef>
                <a:spcPts val="3000"/>
              </a:spcBef>
              <a:buNone/>
            </a:pPr>
            <a:r>
              <a:rPr b="1"/>
              <a:t>John Michael Miller</a:t>
            </a:r>
          </a:p>
          <a:p>
            <a:pPr lvl="0"/>
            <a:r>
              <a:rPr/>
              <a:t>👤 Principal Software Engineer at CODE</a:t>
            </a:r>
          </a:p>
          <a:p>
            <a:pPr lvl="0"/>
            <a:r>
              <a:rPr/>
              <a:t>🏢 Played roles of developer, architect, devops engineer, platform engineer, test architect, release manager</a:t>
            </a:r>
          </a:p>
          <a:p>
            <a:pPr lvl="0"/>
            <a:r>
              <a:rPr/>
              <a:t>🤖 AI/ML Enthusiast and advocate for effectively using AI to write code</a:t>
            </a:r>
          </a:p>
          <a:p>
            <a:pPr lvl="0"/>
            <a:r>
              <a:rPr/>
              <a:t>LinkedIn: www.linkedin.com/in/johnmichaelmiller</a:t>
            </a:r>
          </a:p>
          <a:p>
            <a:pPr lvl="0"/>
            <a:r>
              <a:rPr/>
              <a:t>Email: john.miller@codemag.com</a:t>
            </a:r>
          </a:p>
          <a:p>
            <a:pPr lvl="0"/>
            <a:r>
              <a:rPr/>
              <a:t>Blog: codemag.com/blog/AIPractitioner</a:t>
            </a:r>
          </a:p>
          <a:p>
            <a:pPr lvl="0"/>
            <a:r>
              <a:rPr/>
              <a:t>Resources: AI Practitioner Resources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spcBef>
                <a:spcPts val="3000"/>
              </a:spcBef>
              <a:buNone/>
            </a:pPr>
            <a:r>
              <a:rPr b="1"/>
              <a:t>Introductions</a:t>
            </a:r>
          </a:p>
          <a:p>
            <a:pPr lvl="0"/>
            <a:r>
              <a:rPr/>
              <a:t>Who you are</a:t>
            </a:r>
          </a:p>
          <a:p>
            <a:pPr lvl="0"/>
            <a:r>
              <a:rPr/>
              <a:t>Who do you work for</a:t>
            </a:r>
          </a:p>
          <a:p>
            <a:pPr lvl="0"/>
            <a:r>
              <a:rPr/>
              <a:t>What you do</a:t>
            </a:r>
          </a:p>
          <a:p>
            <a:pPr lvl="0"/>
            <a:r>
              <a:rPr/>
              <a:t>What you’ve done with AI tools</a:t>
            </a:r>
          </a:p>
          <a:p>
            <a:pPr lvl="0"/>
            <a:r>
              <a:rPr/>
              <a:t>What you want to learn</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5">
            <a:extLst>
              <a:ext uri="{FF2B5EF4-FFF2-40B4-BE49-F238E27FC236}">
                <a16:creationId xmlns:a16="http://schemas.microsoft.com/office/drawing/2014/main" id="{63708861-970C-B5DB-BF46-526E75A04C16}"/>
              </a:ext>
            </a:extLst>
          </p:cNvPr>
          <p:cNvSpPr>
            <a:spLocks noGrp="1"/>
          </p:cNvSpPr>
          <p:nvPr>
            <p:ph hasCustomPrompt="1" idx="11" sz="quarter" type="body"/>
          </p:nvPr>
        </p:nvSpPr>
        <p:spPr/>
        <p:txBody>
          <a:bodyPr/>
          <a:lstStyle/>
          <a:p>
            <a:pPr lvl="0" indent="0" marL="0">
              <a:spcBef>
                <a:spcPts val="3000"/>
              </a:spcBef>
              <a:buNone/>
            </a:pPr>
          </a:p>
          <a:p>
            <a:pPr lvl="0"/>
            <a:r>
              <a:rPr/>
              <a:t>30 years of “Helping People Build Better Software”</a:t>
            </a:r>
          </a:p>
        </p:txBody>
      </p:sp>
      <p:pic>
        <p:nvPicPr>
          <p:cNvPr descr="slides/images/aiasd-draft.1_slide04_6.png" id="0" name="Picture 1"/>
          <p:cNvPicPr>
            <a:picLocks noGrp="1" noChangeAspect="1"/>
          </p:cNvPicPr>
          <p:nvPr/>
        </p:nvPicPr>
        <p:blipFill>
          <a:blip r:embed="rId3"/>
          <a:stretch>
            <a:fillRect/>
          </a:stretch>
        </p:blipFill>
        <p:spPr bwMode="auto">
          <a:xfrm>
            <a:off x="0" y="1955800"/>
            <a:ext cx="12192000" cy="2451100"/>
          </a:xfrm>
          <a:prstGeom prst="rect">
            <a:avLst/>
          </a:prstGeom>
          <a:noFill/>
          <a:ln w="9525">
            <a:noFill/>
            <a:headEnd/>
            <a:tailEnd/>
          </a:ln>
        </p:spPr>
      </p:pic>
      <p:sp>
        <p:nvSpPr>
          <p:cNvPr id="1" name="TextBox 3"/>
          <p:cNvSpPr txBox="1"/>
          <p:nvPr/>
        </p:nvSpPr>
        <p:spPr>
          <a:xfrm>
            <a:off x="0" y="6350000"/>
            <a:ext cx="12192000" cy="508000"/>
          </a:xfrm>
          <a:prstGeom prst="rect">
            <a:avLst/>
          </a:prstGeom>
          <a:noFill/>
        </p:spPr>
        <p:txBody>
          <a:bodyPr/>
          <a:lstStyle/>
          <a:p>
            <a:pPr lvl="0" indent="0" marL="0" algn="ctr">
              <a:buNone/>
            </a:pPr>
            <a:r>
              <a:rPr/>
              <a:t>Slide 4 image</a:t>
            </a:r>
          </a:p>
        </p:txBody>
      </p:sp>
      <p:pic>
        <p:nvPicPr>
          <p:cNvPr descr="slides/images/aiasd-draft.1_slide04_2.png" id="0" name="Picture 1"/>
          <p:cNvPicPr>
            <a:picLocks noGrp="1" noChangeAspect="1"/>
          </p:cNvPicPr>
          <p:nvPr/>
        </p:nvPicPr>
        <p:blipFill>
          <a:blip r:embed="rId4"/>
          <a:stretch>
            <a:fillRect/>
          </a:stretch>
        </p:blipFill>
        <p:spPr bwMode="auto">
          <a:xfrm>
            <a:off x="0" y="1219200"/>
            <a:ext cx="12192000" cy="3911600"/>
          </a:xfrm>
          <a:prstGeom prst="rect">
            <a:avLst/>
          </a:prstGeom>
          <a:noFill/>
          <a:ln w="9525">
            <a:noFill/>
            <a:headEnd/>
            <a:tailEnd/>
          </a:ln>
        </p:spPr>
      </p:pic>
      <p:sp>
        <p:nvSpPr>
          <p:cNvPr id="1" name="TextBox 3"/>
          <p:cNvSpPr txBox="1"/>
          <p:nvPr/>
        </p:nvSpPr>
        <p:spPr>
          <a:xfrm>
            <a:off x="0" y="6350000"/>
            <a:ext cx="12192000" cy="508000"/>
          </a:xfrm>
          <a:prstGeom prst="rect">
            <a:avLst/>
          </a:prstGeom>
          <a:noFill/>
        </p:spPr>
        <p:txBody>
          <a:bodyPr/>
          <a:lstStyle/>
          <a:p>
            <a:pPr lvl="0" indent="0" marL="0" algn="ctr">
              <a:buNone/>
            </a:pPr>
            <a:r>
              <a:rPr/>
              <a:t>Slide 4 image</a:t>
            </a:r>
          </a:p>
        </p:txBody>
      </p:sp>
    </p:spTree>
  </p:cSld>
</p:sld>
</file>

<file path=ppt/theme/theme1.xml><?xml version="1.0" encoding="utf-8"?>
<a:theme xmlns:a="http://schemas.openxmlformats.org/drawingml/2006/main" name="CODE Training">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1DEA5D72-37B1-4E22-BDC4-A589D83B7646}" vid="{DD254BF8-1D5F-4196-AA68-4DB20BF61A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TotalTime>
  <Words>39</Words>
  <Application>Microsoft Office PowerPoint</Application>
  <PresentationFormat>Widescreen</PresentationFormat>
  <Paragraphs>8</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Noto Sans</vt:lpstr>
      <vt:lpstr>Victor Mono</vt:lpstr>
      <vt:lpstr>CODE Training</vt:lpstr>
      <vt:lpstr>PowerPoint Presentation</vt:lpstr>
      <vt:lpstr>Agenda</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2026-03-12T14:09:28Z</dcterms:created>
  <dcterms:modified xsi:type="dcterms:W3CDTF">2026-03-12T14:09:28Z</dcterms:modified>
</cp:coreProperties>
</file>

<file path=docProps/custom.xml><?xml version="1.0" encoding="utf-8"?>
<Properties xmlns="http://schemas.openxmlformats.org/officeDocument/2006/custom-properties" xmlns:vt="http://schemas.openxmlformats.org/officeDocument/2006/docPropsVTypes"/>
</file>