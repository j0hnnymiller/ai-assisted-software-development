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introduces the distinction between AI‑First and Prompt‑First development. The goal is to clarify strategy vs. interface, and show how both fit into modern AI‑assisted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AI‑First is the broad philosophy. Prompt‑First is the tactical layer that enables predictable AI behavior. You can do Prompt‑First without being AI‑First, but not the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is the heart of the comparison. AI‑First is about organizational and architectural change. Prompt‑First is about artifact discipline and predictable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AI‑First changes </a:t>
            </a:r>
            <a:r>
              <a:rPr i="1"/>
              <a:t>what</a:t>
            </a:r>
            <a:r>
              <a:rPr/>
              <a:t> you build and </a:t>
            </a:r>
            <a:r>
              <a:rPr i="1"/>
              <a:t>how</a:t>
            </a:r>
            <a:r>
              <a:rPr/>
              <a:t> you build it. Prompt‑First changes </a:t>
            </a:r>
            <a:r>
              <a:rPr i="1"/>
              <a:t>how you communicate intent</a:t>
            </a:r>
            <a:r>
              <a:rPr/>
              <a:t> to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conceptual hierarchy. Prompt‑First is necessary but not sufficient for AI‑First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these examples to help teams visualize the difference. Prompt‑First is about interfaces; AI‑First is about the entire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with this summary to reinforce the distinction. It’s the cleanest way to remember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AI‑First vs. Prompt‑First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AI‑First vs. Prompt‑First Development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AI‑First Development</a:t>
            </a:r>
          </a:p>
          <a:p>
            <a:pPr lvl="0" indent="0" marL="0">
              <a:buNone/>
            </a:pPr>
            <a:r>
              <a:rPr/>
              <a:t>A software engineering philosophy where AI is embedded across the entire SDLC—requirements, design, implementation, testing, documentation, compliance, and maintenance.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Prompt‑First Development</a:t>
            </a:r>
          </a:p>
          <a:p>
            <a:pPr lvl="0" indent="0" marL="0">
              <a:buNone/>
            </a:pPr>
            <a:r>
              <a:rPr/>
              <a:t>A workflow pattern where prompts, instruction files, and chat modes are treated as first‑class, version‑controlled artifacts.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Each Optimizes For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AI‑First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Prompt‑First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Entire SDLC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Interaction layer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Lifecycle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AI behavior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Velocity,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 quality, reproducibility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Human‑in‑loop, provenance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Versioned prompts, context control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They Treat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AI‑First</a:t>
            </a:r>
          </a:p>
          <a:p>
            <a:pPr lvl="0"/>
            <a:r>
              <a:rPr/>
              <a:t>Requirements written with AI collaboration in mind</a:t>
            </a:r>
          </a:p>
          <a:p>
            <a:pPr lvl="0"/>
            <a:r>
              <a:rPr/>
              <a:t>AI‑generated scaffolds, tests, docs</a:t>
            </a:r>
          </a:p>
          <a:p>
            <a:pPr lvl="0"/>
            <a:r>
              <a:rPr/>
              <a:t>Provenance enforced across all AI outputs</a:t>
            </a:r>
          </a:p>
          <a:p>
            <a:pPr lvl="0"/>
            <a:r>
              <a:rPr/>
              <a:t>Architecture assumes AI participation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Prompt‑First</a:t>
            </a:r>
          </a:p>
          <a:p>
            <a:pPr lvl="0"/>
            <a:r>
              <a:rPr/>
              <a:t>Prompts and instruction files are version‑controlled</a:t>
            </a:r>
          </a:p>
          <a:p>
            <a:pPr lvl="0"/>
            <a:r>
              <a:rPr/>
              <a:t>Prompts define behavioral contracts</a:t>
            </a:r>
          </a:p>
          <a:p>
            <a:pPr lvl="0"/>
            <a:r>
              <a:rPr/>
              <a:t>Reusable prompt modules</a:t>
            </a:r>
          </a:p>
          <a:p>
            <a:pPr lvl="0"/>
            <a:r>
              <a:rPr/>
              <a:t>Chat modes define safe, predictable interactions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Relationship Between the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Prompt‑First is a subset of AI‑First.</a:t>
            </a:r>
          </a:p>
          <a:p>
            <a:pPr lvl="0"/>
            <a:r>
              <a:rPr/>
              <a:t>Prompt‑First = mechanics</a:t>
            </a:r>
          </a:p>
          <a:p>
            <a:pPr lvl="0"/>
            <a:r>
              <a:rPr/>
              <a:t>AI‑First = philosophy + architecture + lifecycle integration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Concrete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Prompt‑First Example</a:t>
            </a:r>
          </a:p>
          <a:p>
            <a:pPr lvl="0"/>
            <a:r>
              <a:rPr/>
              <a:t>Promptfile for generating unit tests</a:t>
            </a:r>
          </a:p>
          <a:p>
            <a:pPr lvl="0"/>
            <a:r>
              <a:rPr/>
              <a:t>Instruction file for documentation</a:t>
            </a:r>
          </a:p>
          <a:p>
            <a:pPr lvl="0"/>
            <a:r>
              <a:rPr/>
              <a:t>Chat mode for brownfield developers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AI‑First Example</a:t>
            </a:r>
          </a:p>
          <a:p>
            <a:pPr lvl="0"/>
            <a:r>
              <a:rPr/>
              <a:t>Requirements → AI‑generated scaffolds</a:t>
            </a:r>
          </a:p>
          <a:p>
            <a:pPr lvl="0"/>
            <a:r>
              <a:rPr/>
              <a:t>Code changes → AI‑assisted reviews</a:t>
            </a:r>
          </a:p>
          <a:p>
            <a:pPr lvl="0"/>
            <a:r>
              <a:rPr/>
              <a:t>Docs → continuously AI‑generated</a:t>
            </a:r>
          </a:p>
          <a:p>
            <a:pPr lvl="0"/>
            <a:r>
              <a:rPr/>
              <a:t>Modernization → AI‑guided refactoring plans</a:t>
            </a:r>
          </a:p>
          <a:p>
            <a:pPr lvl="0"/>
            <a:r>
              <a:rPr/>
              <a:t>Provenance → enforced everywhere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Shortest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AI‑First = philosophy + architecture + lifecycle integration</a:t>
            </a:r>
          </a:p>
          <a:p>
            <a:pPr lvl="0"/>
            <a:r>
              <a:rPr b="1"/>
              <a:t>Prompt‑First = structured, version‑controlled interfaces for interacting with AI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AI‑First vs. Prompt‑First Development</dc:title>
  <dc:creator/>
  <cp:keywords/>
  <dcterms:created xsi:type="dcterms:W3CDTF">2026-02-09T04:12:38Z</dcterms:created>
  <dcterms:modified xsi:type="dcterms:W3CDTF">2026-02-09T04:12:38Z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