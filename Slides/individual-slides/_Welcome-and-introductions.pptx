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6"/>
  </p:notesMasterIdLst>
  <p:sldIdLst>
    <p:sldId id="257" r:id="rId2"/>
    <p:sldId id="258" r:id="rId3"/>
    <p:sldId id="2141411852" r:id="rId4"/>
    <p:sldId id="2141411853" r:id="rId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2DD044EC-D4BD-49DF-84E4-054BEC62C781}">
          <p14:sldIdLst/>
        </p14:section>
        <p14:section name="Welcome and Intro" id="{3DAD06EF-5E2C-4191-978A-E2F4C2773475}">
          <p14:sldIdLst>
            <p14:sldId id="257"/>
            <p14:sldId id="258"/>
            <p14:sldId id="2141411852"/>
            <p14:sldId id="2141411853"/>
          </p14:sldIdLst>
        </p14:section>
      </p14:section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997" autoAdjust="0"/>
    <p:restoredTop sz="94660"/>
  </p:normalViewPr>
  <p:slideViewPr>
    <p:cSldViewPr snapToGrid="0">
      <p:cViewPr varScale="1">
        <p:scale>
          <a:sx n="160" d="100"/>
          <a:sy n="160" d="100"/>
        </p:scale>
        <p:origin x="104" y="2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notesMaster" Target="notesMasters/notesMaster1.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diagrams/_rels/data1.xml.rels><?xml version="1.0" encoding="UTF-8" standalone="yes"?>
<Relationships xmlns="http://schemas.openxmlformats.org/package/2006/relationships"><Relationship Id="rId8" Type="http://schemas.openxmlformats.org/officeDocument/2006/relationships/image" Target="../media/image6.svg"/><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hyperlink" Target="https://ai-resources.codemag.com/" TargetMode="External"/><Relationship Id="rId1" Type="http://schemas.openxmlformats.org/officeDocument/2006/relationships/hyperlink" Target="https://codemag.com/blog/AIPractitioner" TargetMode="External"/><Relationship Id="rId6" Type="http://schemas.openxmlformats.org/officeDocument/2006/relationships/image" Target="../media/image4.svg"/><Relationship Id="rId5" Type="http://schemas.openxmlformats.org/officeDocument/2006/relationships/image" Target="../media/image3.png"/><Relationship Id="rId4" Type="http://schemas.openxmlformats.org/officeDocument/2006/relationships/image" Target="../media/image2.svg"/></Relationships>
</file>

<file path=ppt/diagrams/_rels/drawing1.xml.rels><?xml version="1.0" encoding="UTF-8" standalone="yes"?>
<Relationships xmlns="http://schemas.openxmlformats.org/package/2006/relationships"><Relationship Id="rId8" Type="http://schemas.openxmlformats.org/officeDocument/2006/relationships/hyperlink" Target="https://ai-resources.codemag.com/" TargetMode="External"/><Relationship Id="rId3" Type="http://schemas.openxmlformats.org/officeDocument/2006/relationships/image" Target="../media/image3.png"/><Relationship Id="rId7" Type="http://schemas.openxmlformats.org/officeDocument/2006/relationships/hyperlink" Target="https://codemag.com/blog/AIPractitioner" TargetMode="External"/><Relationship Id="rId2" Type="http://schemas.openxmlformats.org/officeDocument/2006/relationships/image" Target="../media/image2.svg"/><Relationship Id="rId1" Type="http://schemas.openxmlformats.org/officeDocument/2006/relationships/image" Target="../media/image1.png"/><Relationship Id="rId6" Type="http://schemas.openxmlformats.org/officeDocument/2006/relationships/image" Target="../media/image6.svg"/><Relationship Id="rId5" Type="http://schemas.openxmlformats.org/officeDocument/2006/relationships/image" Target="../media/image5.png"/><Relationship Id="rId4" Type="http://schemas.openxmlformats.org/officeDocument/2006/relationships/image" Target="../media/image4.svg"/></Relationships>
</file>

<file path=ppt/diagrams/colors1.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0973FDBC-08B3-4B1D-A7CC-594354E03DB6}" type="doc">
      <dgm:prSet loTypeId="urn:microsoft.com/office/officeart/2018/2/layout/IconVerticalSolidList" loCatId="icon" qsTypeId="urn:microsoft.com/office/officeart/2005/8/quickstyle/simple1" qsCatId="simple" csTypeId="urn:microsoft.com/office/officeart/2005/8/colors/accent2_2" csCatId="accent2" phldr="1"/>
      <dgm:spPr/>
      <dgm:t>
        <a:bodyPr/>
        <a:lstStyle/>
        <a:p>
          <a:endParaRPr lang="en-US"/>
        </a:p>
      </dgm:t>
    </dgm:pt>
    <dgm:pt modelId="{89AC141F-983D-4098-A2AD-F649F1862580}">
      <dgm:prSet/>
      <dgm:spPr/>
      <dgm:t>
        <a:bodyPr/>
        <a:lstStyle/>
        <a:p>
          <a:r>
            <a:rPr lang="en-US" dirty="0"/>
            <a:t>Principal Software Engineer at CODE</a:t>
          </a:r>
        </a:p>
      </dgm:t>
    </dgm:pt>
    <dgm:pt modelId="{64E8FD07-EE68-4277-8D17-930C617F72C2}" type="parTrans" cxnId="{8E5A77AC-658D-46C0-84A6-0A58D110BAED}">
      <dgm:prSet/>
      <dgm:spPr/>
      <dgm:t>
        <a:bodyPr/>
        <a:lstStyle/>
        <a:p>
          <a:endParaRPr lang="en-US"/>
        </a:p>
      </dgm:t>
    </dgm:pt>
    <dgm:pt modelId="{E5C3D3E5-8976-4FA0-8BE9-1E843B794296}" type="sibTrans" cxnId="{8E5A77AC-658D-46C0-84A6-0A58D110BAED}">
      <dgm:prSet/>
      <dgm:spPr/>
      <dgm:t>
        <a:bodyPr/>
        <a:lstStyle/>
        <a:p>
          <a:endParaRPr lang="en-US"/>
        </a:p>
      </dgm:t>
    </dgm:pt>
    <dgm:pt modelId="{A4434503-EB01-4C35-8227-BF4E5CEFC4F7}">
      <dgm:prSet/>
      <dgm:spPr/>
      <dgm:t>
        <a:bodyPr/>
        <a:lstStyle/>
        <a:p>
          <a:r>
            <a:rPr lang="en-US" dirty="0"/>
            <a:t>Played roles of developer, architect, </a:t>
          </a:r>
          <a:r>
            <a:rPr lang="en-US" dirty="0" err="1"/>
            <a:t>devops</a:t>
          </a:r>
          <a:r>
            <a:rPr lang="en-US" dirty="0"/>
            <a:t> engineer, platform engineer, test architect, release manager</a:t>
          </a:r>
        </a:p>
      </dgm:t>
    </dgm:pt>
    <dgm:pt modelId="{5C7E0024-2FED-43F3-B6F2-9C2A7940705C}" type="parTrans" cxnId="{FA0D042B-55AD-42A2-8F88-B5A3AC44F9CC}">
      <dgm:prSet/>
      <dgm:spPr/>
      <dgm:t>
        <a:bodyPr/>
        <a:lstStyle/>
        <a:p>
          <a:endParaRPr lang="en-US"/>
        </a:p>
      </dgm:t>
    </dgm:pt>
    <dgm:pt modelId="{4AC0DD24-C1A6-4DF8-9567-EA24809A05D1}" type="sibTrans" cxnId="{FA0D042B-55AD-42A2-8F88-B5A3AC44F9CC}">
      <dgm:prSet/>
      <dgm:spPr/>
      <dgm:t>
        <a:bodyPr/>
        <a:lstStyle/>
        <a:p>
          <a:endParaRPr lang="en-US"/>
        </a:p>
      </dgm:t>
    </dgm:pt>
    <dgm:pt modelId="{8477D6DA-2946-4EE9-ABF2-CC3633A5C14F}">
      <dgm:prSet/>
      <dgm:spPr/>
      <dgm:t>
        <a:bodyPr/>
        <a:lstStyle/>
        <a:p>
          <a:r>
            <a:rPr lang="en-US" dirty="0"/>
            <a:t>AI/ML Enthusiast and advocate for Effectively using AI to write code</a:t>
          </a:r>
        </a:p>
      </dgm:t>
    </dgm:pt>
    <dgm:pt modelId="{C9895C24-A86C-447B-B1CA-BF75492CFE5E}" type="parTrans" cxnId="{6AB43612-5C51-488D-AF66-7E18FB5D64C9}">
      <dgm:prSet/>
      <dgm:spPr/>
      <dgm:t>
        <a:bodyPr/>
        <a:lstStyle/>
        <a:p>
          <a:endParaRPr lang="en-US"/>
        </a:p>
      </dgm:t>
    </dgm:pt>
    <dgm:pt modelId="{66EBACAD-B11E-462D-B11C-8C6FB1B60B58}" type="sibTrans" cxnId="{6AB43612-5C51-488D-AF66-7E18FB5D64C9}">
      <dgm:prSet/>
      <dgm:spPr/>
      <dgm:t>
        <a:bodyPr/>
        <a:lstStyle/>
        <a:p>
          <a:endParaRPr lang="en-US"/>
        </a:p>
      </dgm:t>
    </dgm:pt>
    <dgm:pt modelId="{312A3D8F-FD89-4528-AFCA-E8E489F944B5}">
      <dgm:prSet/>
      <dgm:spPr/>
      <dgm:t>
        <a:bodyPr/>
        <a:lstStyle/>
        <a:p>
          <a:r>
            <a:rPr lang="en-US" dirty="0"/>
            <a:t>LinkedIn: www.linkedin.com/in/johnmichaelmiller</a:t>
          </a:r>
        </a:p>
      </dgm:t>
    </dgm:pt>
    <dgm:pt modelId="{AC350D81-969C-4A34-97E9-0D03275E17AA}" type="parTrans" cxnId="{C9DDDE9C-FE26-41DA-BB32-4DADBD818A25}">
      <dgm:prSet/>
      <dgm:spPr/>
      <dgm:t>
        <a:bodyPr/>
        <a:lstStyle/>
        <a:p>
          <a:endParaRPr lang="en-US"/>
        </a:p>
      </dgm:t>
    </dgm:pt>
    <dgm:pt modelId="{FC09D9CF-6F46-46F3-95C2-DE69479A7AE2}" type="sibTrans" cxnId="{C9DDDE9C-FE26-41DA-BB32-4DADBD818A25}">
      <dgm:prSet/>
      <dgm:spPr/>
      <dgm:t>
        <a:bodyPr/>
        <a:lstStyle/>
        <a:p>
          <a:endParaRPr lang="en-US"/>
        </a:p>
      </dgm:t>
    </dgm:pt>
    <dgm:pt modelId="{AD446258-ED46-4CD7-81C0-EBCBE6515A21}">
      <dgm:prSet/>
      <dgm:spPr/>
      <dgm:t>
        <a:bodyPr/>
        <a:lstStyle/>
        <a:p>
          <a:r>
            <a:rPr lang="en-US" dirty="0"/>
            <a:t>Email: john.miller@codemag.com</a:t>
          </a:r>
        </a:p>
      </dgm:t>
    </dgm:pt>
    <dgm:pt modelId="{FA96825D-89AB-49F5-9075-EDCD91630398}" type="parTrans" cxnId="{FD057C4F-E141-47CD-A68B-3E22F490D7FE}">
      <dgm:prSet/>
      <dgm:spPr/>
      <dgm:t>
        <a:bodyPr/>
        <a:lstStyle/>
        <a:p>
          <a:endParaRPr lang="en-US"/>
        </a:p>
      </dgm:t>
    </dgm:pt>
    <dgm:pt modelId="{2BD68564-3FD4-497A-B4DE-B14F3834B0F2}" type="sibTrans" cxnId="{FD057C4F-E141-47CD-A68B-3E22F490D7FE}">
      <dgm:prSet/>
      <dgm:spPr/>
      <dgm:t>
        <a:bodyPr/>
        <a:lstStyle/>
        <a:p>
          <a:endParaRPr lang="en-US"/>
        </a:p>
      </dgm:t>
    </dgm:pt>
    <dgm:pt modelId="{3CB62BB2-80FE-41DE-AA6D-EE6897BD1B8C}">
      <dgm:prSet/>
      <dgm:spPr/>
      <dgm:t>
        <a:bodyPr/>
        <a:lstStyle/>
        <a:p>
          <a:r>
            <a:rPr lang="en-US" dirty="0"/>
            <a:t>Blog: </a:t>
          </a:r>
          <a:r>
            <a:rPr lang="en-US" dirty="0">
              <a:hlinkClick xmlns:r="http://schemas.openxmlformats.org/officeDocument/2006/relationships" r:id="rId1"/>
            </a:rPr>
            <a:t>https://codemag.com/blog/AIPractitioner</a:t>
          </a:r>
          <a:endParaRPr lang="en-US" dirty="0"/>
        </a:p>
        <a:p>
          <a:r>
            <a:rPr lang="en-US" dirty="0">
              <a:hlinkClick xmlns:r="http://schemas.openxmlformats.org/officeDocument/2006/relationships" r:id="rId2"/>
            </a:rPr>
            <a:t>AI Practitioner Resources</a:t>
          </a:r>
          <a:endParaRPr lang="en-US" dirty="0"/>
        </a:p>
      </dgm:t>
    </dgm:pt>
    <dgm:pt modelId="{A608E2BC-DC54-491A-9873-8BF7A84B05CA}" type="parTrans" cxnId="{8EB1B29D-C2BC-4E92-B0FC-4419A9E1555E}">
      <dgm:prSet/>
      <dgm:spPr/>
      <dgm:t>
        <a:bodyPr/>
        <a:lstStyle/>
        <a:p>
          <a:endParaRPr lang="en-US"/>
        </a:p>
      </dgm:t>
    </dgm:pt>
    <dgm:pt modelId="{41A5D2DA-77E1-4A35-A06F-B3B0E62B4131}" type="sibTrans" cxnId="{8EB1B29D-C2BC-4E92-B0FC-4419A9E1555E}">
      <dgm:prSet/>
      <dgm:spPr/>
      <dgm:t>
        <a:bodyPr/>
        <a:lstStyle/>
        <a:p>
          <a:endParaRPr lang="en-US"/>
        </a:p>
      </dgm:t>
    </dgm:pt>
    <dgm:pt modelId="{AE74A6C9-8E53-40A2-A7DA-C9763DA9B9E9}" type="pres">
      <dgm:prSet presAssocID="{0973FDBC-08B3-4B1D-A7CC-594354E03DB6}" presName="root" presStyleCnt="0">
        <dgm:presLayoutVars>
          <dgm:dir/>
          <dgm:resizeHandles val="exact"/>
        </dgm:presLayoutVars>
      </dgm:prSet>
      <dgm:spPr/>
    </dgm:pt>
    <dgm:pt modelId="{A370A3B6-CE6E-4208-874F-EC4DFE69ACB7}" type="pres">
      <dgm:prSet presAssocID="{89AC141F-983D-4098-A2AD-F649F1862580}" presName="compNode" presStyleCnt="0"/>
      <dgm:spPr/>
    </dgm:pt>
    <dgm:pt modelId="{0B723E61-FD6A-4D78-AE1D-74E11DEA6B94}" type="pres">
      <dgm:prSet presAssocID="{89AC141F-983D-4098-A2AD-F649F1862580}" presName="bgRect" presStyleLbl="bgShp" presStyleIdx="0" presStyleCnt="3"/>
      <dgm:spPr/>
    </dgm:pt>
    <dgm:pt modelId="{4C7532F8-D900-40A9-9D1B-93C1B4790169}" type="pres">
      <dgm:prSet presAssocID="{89AC141F-983D-4098-A2AD-F649F1862580}" presName="iconRect" presStyleLbl="node1" presStyleIdx="0"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User"/>
        </a:ext>
      </dgm:extLst>
    </dgm:pt>
    <dgm:pt modelId="{50D4258C-0B58-47BA-B150-9C72844DBA0B}" type="pres">
      <dgm:prSet presAssocID="{89AC141F-983D-4098-A2AD-F649F1862580}" presName="spaceRect" presStyleCnt="0"/>
      <dgm:spPr/>
    </dgm:pt>
    <dgm:pt modelId="{27E12399-D9BF-413F-9CCA-3D6C19A780F4}" type="pres">
      <dgm:prSet presAssocID="{89AC141F-983D-4098-A2AD-F649F1862580}" presName="parTx" presStyleLbl="revTx" presStyleIdx="0" presStyleCnt="4">
        <dgm:presLayoutVars>
          <dgm:chMax val="0"/>
          <dgm:chPref val="0"/>
        </dgm:presLayoutVars>
      </dgm:prSet>
      <dgm:spPr/>
    </dgm:pt>
    <dgm:pt modelId="{D208177A-9B75-44E8-958A-910E3CE26C37}" type="pres">
      <dgm:prSet presAssocID="{E5C3D3E5-8976-4FA0-8BE9-1E843B794296}" presName="sibTrans" presStyleCnt="0"/>
      <dgm:spPr/>
    </dgm:pt>
    <dgm:pt modelId="{0E1FD39E-F36C-4057-B3D4-7912CAB74A7D}" type="pres">
      <dgm:prSet presAssocID="{A4434503-EB01-4C35-8227-BF4E5CEFC4F7}" presName="compNode" presStyleCnt="0"/>
      <dgm:spPr/>
    </dgm:pt>
    <dgm:pt modelId="{F7EF9AAE-6EA6-48BC-8CE6-E43A4019C779}" type="pres">
      <dgm:prSet presAssocID="{A4434503-EB01-4C35-8227-BF4E5CEFC4F7}" presName="bgRect" presStyleLbl="bgShp" presStyleIdx="1" presStyleCnt="3"/>
      <dgm:spPr/>
    </dgm:pt>
    <dgm:pt modelId="{1054A214-D016-4B03-93F4-AC8EDBAF1AEA}" type="pres">
      <dgm:prSet presAssocID="{A4434503-EB01-4C35-8227-BF4E5CEFC4F7}" presName="iconRect" presStyleLbl="node1" presStyleIdx="1"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Hierarchy"/>
        </a:ext>
      </dgm:extLst>
    </dgm:pt>
    <dgm:pt modelId="{52688972-DA2B-4FD2-86F0-267486FCF7DD}" type="pres">
      <dgm:prSet presAssocID="{A4434503-EB01-4C35-8227-BF4E5CEFC4F7}" presName="spaceRect" presStyleCnt="0"/>
      <dgm:spPr/>
    </dgm:pt>
    <dgm:pt modelId="{023F68DA-5884-4A47-AB69-109D4EA49749}" type="pres">
      <dgm:prSet presAssocID="{A4434503-EB01-4C35-8227-BF4E5CEFC4F7}" presName="parTx" presStyleLbl="revTx" presStyleIdx="1" presStyleCnt="4">
        <dgm:presLayoutVars>
          <dgm:chMax val="0"/>
          <dgm:chPref val="0"/>
        </dgm:presLayoutVars>
      </dgm:prSet>
      <dgm:spPr/>
    </dgm:pt>
    <dgm:pt modelId="{43320B8E-5850-46F0-844A-2E3C0D9D1CF7}" type="pres">
      <dgm:prSet presAssocID="{4AC0DD24-C1A6-4DF8-9567-EA24809A05D1}" presName="sibTrans" presStyleCnt="0"/>
      <dgm:spPr/>
    </dgm:pt>
    <dgm:pt modelId="{86BDDDB4-DF99-4A33-BEC7-C8F54574B714}" type="pres">
      <dgm:prSet presAssocID="{8477D6DA-2946-4EE9-ABF2-CC3633A5C14F}" presName="compNode" presStyleCnt="0"/>
      <dgm:spPr/>
    </dgm:pt>
    <dgm:pt modelId="{1F150B33-5B01-41D7-B34B-31321D5314B8}" type="pres">
      <dgm:prSet presAssocID="{8477D6DA-2946-4EE9-ABF2-CC3633A5C14F}" presName="bgRect" presStyleLbl="bgShp" presStyleIdx="2" presStyleCnt="3"/>
      <dgm:spPr/>
    </dgm:pt>
    <dgm:pt modelId="{F0486E93-85B6-4940-9839-EC6F6438470B}" type="pres">
      <dgm:prSet presAssocID="{8477D6DA-2946-4EE9-ABF2-CC3633A5C14F}" presName="iconRect" presStyleLbl="node1" presStyleIdx="2" presStyleCnt="3"/>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Robot"/>
        </a:ext>
      </dgm:extLst>
    </dgm:pt>
    <dgm:pt modelId="{715A4C88-DB52-40AA-932E-1FC60FF5325A}" type="pres">
      <dgm:prSet presAssocID="{8477D6DA-2946-4EE9-ABF2-CC3633A5C14F}" presName="spaceRect" presStyleCnt="0"/>
      <dgm:spPr/>
    </dgm:pt>
    <dgm:pt modelId="{ADFF1338-B351-4D54-8EB2-71C9330684E6}" type="pres">
      <dgm:prSet presAssocID="{8477D6DA-2946-4EE9-ABF2-CC3633A5C14F}" presName="parTx" presStyleLbl="revTx" presStyleIdx="2" presStyleCnt="4">
        <dgm:presLayoutVars>
          <dgm:chMax val="0"/>
          <dgm:chPref val="0"/>
        </dgm:presLayoutVars>
      </dgm:prSet>
      <dgm:spPr/>
    </dgm:pt>
    <dgm:pt modelId="{D3707FF8-46B5-4898-83C6-BFB962BB255D}" type="pres">
      <dgm:prSet presAssocID="{8477D6DA-2946-4EE9-ABF2-CC3633A5C14F}" presName="desTx" presStyleLbl="revTx" presStyleIdx="3" presStyleCnt="4">
        <dgm:presLayoutVars/>
      </dgm:prSet>
      <dgm:spPr/>
    </dgm:pt>
  </dgm:ptLst>
  <dgm:cxnLst>
    <dgm:cxn modelId="{5FDE7011-1AD7-49B6-B759-4738AC31E5B5}" type="presOf" srcId="{0973FDBC-08B3-4B1D-A7CC-594354E03DB6}" destId="{AE74A6C9-8E53-40A2-A7DA-C9763DA9B9E9}" srcOrd="0" destOrd="0" presId="urn:microsoft.com/office/officeart/2018/2/layout/IconVerticalSolidList"/>
    <dgm:cxn modelId="{6AB43612-5C51-488D-AF66-7E18FB5D64C9}" srcId="{0973FDBC-08B3-4B1D-A7CC-594354E03DB6}" destId="{8477D6DA-2946-4EE9-ABF2-CC3633A5C14F}" srcOrd="2" destOrd="0" parTransId="{C9895C24-A86C-447B-B1CA-BF75492CFE5E}" sibTransId="{66EBACAD-B11E-462D-B11C-8C6FB1B60B58}"/>
    <dgm:cxn modelId="{FA0D042B-55AD-42A2-8F88-B5A3AC44F9CC}" srcId="{0973FDBC-08B3-4B1D-A7CC-594354E03DB6}" destId="{A4434503-EB01-4C35-8227-BF4E5CEFC4F7}" srcOrd="1" destOrd="0" parTransId="{5C7E0024-2FED-43F3-B6F2-9C2A7940705C}" sibTransId="{4AC0DD24-C1A6-4DF8-9567-EA24809A05D1}"/>
    <dgm:cxn modelId="{376EB03B-B24E-44F7-86D0-16AF881C5A28}" type="presOf" srcId="{89AC141F-983D-4098-A2AD-F649F1862580}" destId="{27E12399-D9BF-413F-9CCA-3D6C19A780F4}" srcOrd="0" destOrd="0" presId="urn:microsoft.com/office/officeart/2018/2/layout/IconVerticalSolidList"/>
    <dgm:cxn modelId="{5ECCF56E-4F9F-405F-B6E0-1ABE5B81204F}" type="presOf" srcId="{312A3D8F-FD89-4528-AFCA-E8E489F944B5}" destId="{D3707FF8-46B5-4898-83C6-BFB962BB255D}" srcOrd="0" destOrd="0" presId="urn:microsoft.com/office/officeart/2018/2/layout/IconVerticalSolidList"/>
    <dgm:cxn modelId="{FD057C4F-E141-47CD-A68B-3E22F490D7FE}" srcId="{8477D6DA-2946-4EE9-ABF2-CC3633A5C14F}" destId="{AD446258-ED46-4CD7-81C0-EBCBE6515A21}" srcOrd="1" destOrd="0" parTransId="{FA96825D-89AB-49F5-9075-EDCD91630398}" sibTransId="{2BD68564-3FD4-497A-B4DE-B14F3834B0F2}"/>
    <dgm:cxn modelId="{DA183055-7F9F-4B5F-AB35-B1BD8B211562}" type="presOf" srcId="{AD446258-ED46-4CD7-81C0-EBCBE6515A21}" destId="{D3707FF8-46B5-4898-83C6-BFB962BB255D}" srcOrd="0" destOrd="1" presId="urn:microsoft.com/office/officeart/2018/2/layout/IconVerticalSolidList"/>
    <dgm:cxn modelId="{C9DDDE9C-FE26-41DA-BB32-4DADBD818A25}" srcId="{8477D6DA-2946-4EE9-ABF2-CC3633A5C14F}" destId="{312A3D8F-FD89-4528-AFCA-E8E489F944B5}" srcOrd="0" destOrd="0" parTransId="{AC350D81-969C-4A34-97E9-0D03275E17AA}" sibTransId="{FC09D9CF-6F46-46F3-95C2-DE69479A7AE2}"/>
    <dgm:cxn modelId="{8EB1B29D-C2BC-4E92-B0FC-4419A9E1555E}" srcId="{8477D6DA-2946-4EE9-ABF2-CC3633A5C14F}" destId="{3CB62BB2-80FE-41DE-AA6D-EE6897BD1B8C}" srcOrd="2" destOrd="0" parTransId="{A608E2BC-DC54-491A-9873-8BF7A84B05CA}" sibTransId="{41A5D2DA-77E1-4A35-A06F-B3B0E62B4131}"/>
    <dgm:cxn modelId="{8B13D19D-94D0-4FE3-A26E-FEC8D0FF0805}" type="presOf" srcId="{8477D6DA-2946-4EE9-ABF2-CC3633A5C14F}" destId="{ADFF1338-B351-4D54-8EB2-71C9330684E6}" srcOrd="0" destOrd="0" presId="urn:microsoft.com/office/officeart/2018/2/layout/IconVerticalSolidList"/>
    <dgm:cxn modelId="{8E5A77AC-658D-46C0-84A6-0A58D110BAED}" srcId="{0973FDBC-08B3-4B1D-A7CC-594354E03DB6}" destId="{89AC141F-983D-4098-A2AD-F649F1862580}" srcOrd="0" destOrd="0" parTransId="{64E8FD07-EE68-4277-8D17-930C617F72C2}" sibTransId="{E5C3D3E5-8976-4FA0-8BE9-1E843B794296}"/>
    <dgm:cxn modelId="{8238DBC2-6870-47D3-B43C-AA6DE96C8CA8}" type="presOf" srcId="{A4434503-EB01-4C35-8227-BF4E5CEFC4F7}" destId="{023F68DA-5884-4A47-AB69-109D4EA49749}" srcOrd="0" destOrd="0" presId="urn:microsoft.com/office/officeart/2018/2/layout/IconVerticalSolidList"/>
    <dgm:cxn modelId="{EF9265C9-F0BF-40A8-A20D-79C65631A288}" type="presOf" srcId="{3CB62BB2-80FE-41DE-AA6D-EE6897BD1B8C}" destId="{D3707FF8-46B5-4898-83C6-BFB962BB255D}" srcOrd="0" destOrd="2" presId="urn:microsoft.com/office/officeart/2018/2/layout/IconVerticalSolidList"/>
    <dgm:cxn modelId="{AC9F2FB2-42A8-4F04-826E-F3ECD4BBEB44}" type="presParOf" srcId="{AE74A6C9-8E53-40A2-A7DA-C9763DA9B9E9}" destId="{A370A3B6-CE6E-4208-874F-EC4DFE69ACB7}" srcOrd="0" destOrd="0" presId="urn:microsoft.com/office/officeart/2018/2/layout/IconVerticalSolidList"/>
    <dgm:cxn modelId="{85932533-46EE-4BB7-A6BD-CFBC5AE919D1}" type="presParOf" srcId="{A370A3B6-CE6E-4208-874F-EC4DFE69ACB7}" destId="{0B723E61-FD6A-4D78-AE1D-74E11DEA6B94}" srcOrd="0" destOrd="0" presId="urn:microsoft.com/office/officeart/2018/2/layout/IconVerticalSolidList"/>
    <dgm:cxn modelId="{3CC4CE74-EDF7-4AD7-83E0-9F01E9D08000}" type="presParOf" srcId="{A370A3B6-CE6E-4208-874F-EC4DFE69ACB7}" destId="{4C7532F8-D900-40A9-9D1B-93C1B4790169}" srcOrd="1" destOrd="0" presId="urn:microsoft.com/office/officeart/2018/2/layout/IconVerticalSolidList"/>
    <dgm:cxn modelId="{06D30E81-C59A-48EE-8951-A7A9B037D370}" type="presParOf" srcId="{A370A3B6-CE6E-4208-874F-EC4DFE69ACB7}" destId="{50D4258C-0B58-47BA-B150-9C72844DBA0B}" srcOrd="2" destOrd="0" presId="urn:microsoft.com/office/officeart/2018/2/layout/IconVerticalSolidList"/>
    <dgm:cxn modelId="{07301393-9F81-4629-AF9F-810842352D0E}" type="presParOf" srcId="{A370A3B6-CE6E-4208-874F-EC4DFE69ACB7}" destId="{27E12399-D9BF-413F-9CCA-3D6C19A780F4}" srcOrd="3" destOrd="0" presId="urn:microsoft.com/office/officeart/2018/2/layout/IconVerticalSolidList"/>
    <dgm:cxn modelId="{EA1FD579-7169-417F-A89B-42FC8E42CCDB}" type="presParOf" srcId="{AE74A6C9-8E53-40A2-A7DA-C9763DA9B9E9}" destId="{D208177A-9B75-44E8-958A-910E3CE26C37}" srcOrd="1" destOrd="0" presId="urn:microsoft.com/office/officeart/2018/2/layout/IconVerticalSolidList"/>
    <dgm:cxn modelId="{60D32C63-1C7B-4FFE-BFD4-4765B443D81C}" type="presParOf" srcId="{AE74A6C9-8E53-40A2-A7DA-C9763DA9B9E9}" destId="{0E1FD39E-F36C-4057-B3D4-7912CAB74A7D}" srcOrd="2" destOrd="0" presId="urn:microsoft.com/office/officeart/2018/2/layout/IconVerticalSolidList"/>
    <dgm:cxn modelId="{FB401E70-C592-4A5C-9358-F6DC71078714}" type="presParOf" srcId="{0E1FD39E-F36C-4057-B3D4-7912CAB74A7D}" destId="{F7EF9AAE-6EA6-48BC-8CE6-E43A4019C779}" srcOrd="0" destOrd="0" presId="urn:microsoft.com/office/officeart/2018/2/layout/IconVerticalSolidList"/>
    <dgm:cxn modelId="{C87CCE38-3104-4F81-A6F7-EE65F1AB8902}" type="presParOf" srcId="{0E1FD39E-F36C-4057-B3D4-7912CAB74A7D}" destId="{1054A214-D016-4B03-93F4-AC8EDBAF1AEA}" srcOrd="1" destOrd="0" presId="urn:microsoft.com/office/officeart/2018/2/layout/IconVerticalSolidList"/>
    <dgm:cxn modelId="{C9EA629F-4E73-43D4-AB06-442D100D704F}" type="presParOf" srcId="{0E1FD39E-F36C-4057-B3D4-7912CAB74A7D}" destId="{52688972-DA2B-4FD2-86F0-267486FCF7DD}" srcOrd="2" destOrd="0" presId="urn:microsoft.com/office/officeart/2018/2/layout/IconVerticalSolidList"/>
    <dgm:cxn modelId="{E12CB4CC-87BD-4626-B1D9-438ACABC89F1}" type="presParOf" srcId="{0E1FD39E-F36C-4057-B3D4-7912CAB74A7D}" destId="{023F68DA-5884-4A47-AB69-109D4EA49749}" srcOrd="3" destOrd="0" presId="urn:microsoft.com/office/officeart/2018/2/layout/IconVerticalSolidList"/>
    <dgm:cxn modelId="{F3DD8875-7322-4938-BFA6-7526B278E0E5}" type="presParOf" srcId="{AE74A6C9-8E53-40A2-A7DA-C9763DA9B9E9}" destId="{43320B8E-5850-46F0-844A-2E3C0D9D1CF7}" srcOrd="3" destOrd="0" presId="urn:microsoft.com/office/officeart/2018/2/layout/IconVerticalSolidList"/>
    <dgm:cxn modelId="{EEBF4271-0E65-49C1-81F7-D8FEF3BD36C9}" type="presParOf" srcId="{AE74A6C9-8E53-40A2-A7DA-C9763DA9B9E9}" destId="{86BDDDB4-DF99-4A33-BEC7-C8F54574B714}" srcOrd="4" destOrd="0" presId="urn:microsoft.com/office/officeart/2018/2/layout/IconVerticalSolidList"/>
    <dgm:cxn modelId="{D59D1BE1-15FA-41FB-826D-5D6FD1E225CB}" type="presParOf" srcId="{86BDDDB4-DF99-4A33-BEC7-C8F54574B714}" destId="{1F150B33-5B01-41D7-B34B-31321D5314B8}" srcOrd="0" destOrd="0" presId="urn:microsoft.com/office/officeart/2018/2/layout/IconVerticalSolidList"/>
    <dgm:cxn modelId="{A6C99982-6665-43DD-B590-652C33475BD4}" type="presParOf" srcId="{86BDDDB4-DF99-4A33-BEC7-C8F54574B714}" destId="{F0486E93-85B6-4940-9839-EC6F6438470B}" srcOrd="1" destOrd="0" presId="urn:microsoft.com/office/officeart/2018/2/layout/IconVerticalSolidList"/>
    <dgm:cxn modelId="{F736A793-811C-4B27-A2C9-C156C86ABCD8}" type="presParOf" srcId="{86BDDDB4-DF99-4A33-BEC7-C8F54574B714}" destId="{715A4C88-DB52-40AA-932E-1FC60FF5325A}" srcOrd="2" destOrd="0" presId="urn:microsoft.com/office/officeart/2018/2/layout/IconVerticalSolidList"/>
    <dgm:cxn modelId="{4C58983D-03D2-4231-9E7D-F058158AC47F}" type="presParOf" srcId="{86BDDDB4-DF99-4A33-BEC7-C8F54574B714}" destId="{ADFF1338-B351-4D54-8EB2-71C9330684E6}" srcOrd="3" destOrd="0" presId="urn:microsoft.com/office/officeart/2018/2/layout/IconVerticalSolidList"/>
    <dgm:cxn modelId="{2BF46502-A4FC-4F74-85BE-0752F2A78990}" type="presParOf" srcId="{86BDDDB4-DF99-4A33-BEC7-C8F54574B714}" destId="{D3707FF8-46B5-4898-83C6-BFB962BB255D}" srcOrd="4"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B723E61-FD6A-4D78-AE1D-74E11DEA6B94}">
      <dsp:nvSpPr>
        <dsp:cNvPr id="0" name=""/>
        <dsp:cNvSpPr/>
      </dsp:nvSpPr>
      <dsp:spPr>
        <a:xfrm>
          <a:off x="0" y="1991"/>
          <a:ext cx="7886700" cy="931291"/>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C7532F8-D900-40A9-9D1B-93C1B4790169}">
      <dsp:nvSpPr>
        <dsp:cNvPr id="0" name=""/>
        <dsp:cNvSpPr/>
      </dsp:nvSpPr>
      <dsp:spPr>
        <a:xfrm>
          <a:off x="281715" y="211532"/>
          <a:ext cx="512210" cy="51221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27E12399-D9BF-413F-9CCA-3D6C19A780F4}">
      <dsp:nvSpPr>
        <dsp:cNvPr id="0" name=""/>
        <dsp:cNvSpPr/>
      </dsp:nvSpPr>
      <dsp:spPr>
        <a:xfrm>
          <a:off x="1075641" y="1991"/>
          <a:ext cx="6810006" cy="93129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8562" tIns="98562" rIns="98562" bIns="98562" numCol="1" spcCol="1270" anchor="ctr" anchorCtr="0">
          <a:noAutofit/>
        </a:bodyPr>
        <a:lstStyle/>
        <a:p>
          <a:pPr marL="0" lvl="0" indent="0" algn="l" defTabSz="800100">
            <a:lnSpc>
              <a:spcPct val="90000"/>
            </a:lnSpc>
            <a:spcBef>
              <a:spcPct val="0"/>
            </a:spcBef>
            <a:spcAft>
              <a:spcPct val="35000"/>
            </a:spcAft>
            <a:buNone/>
          </a:pPr>
          <a:r>
            <a:rPr lang="en-US" sz="1800" kern="1200" dirty="0"/>
            <a:t>Principal Software Engineer at CODE</a:t>
          </a:r>
        </a:p>
      </dsp:txBody>
      <dsp:txXfrm>
        <a:off x="1075641" y="1991"/>
        <a:ext cx="6810006" cy="931291"/>
      </dsp:txXfrm>
    </dsp:sp>
    <dsp:sp modelId="{F7EF9AAE-6EA6-48BC-8CE6-E43A4019C779}">
      <dsp:nvSpPr>
        <dsp:cNvPr id="0" name=""/>
        <dsp:cNvSpPr/>
      </dsp:nvSpPr>
      <dsp:spPr>
        <a:xfrm>
          <a:off x="0" y="1166106"/>
          <a:ext cx="7886700" cy="931291"/>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054A214-D016-4B03-93F4-AC8EDBAF1AEA}">
      <dsp:nvSpPr>
        <dsp:cNvPr id="0" name=""/>
        <dsp:cNvSpPr/>
      </dsp:nvSpPr>
      <dsp:spPr>
        <a:xfrm>
          <a:off x="281715" y="1375646"/>
          <a:ext cx="512210" cy="51221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023F68DA-5884-4A47-AB69-109D4EA49749}">
      <dsp:nvSpPr>
        <dsp:cNvPr id="0" name=""/>
        <dsp:cNvSpPr/>
      </dsp:nvSpPr>
      <dsp:spPr>
        <a:xfrm>
          <a:off x="1075641" y="1166106"/>
          <a:ext cx="6810006" cy="93129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8562" tIns="98562" rIns="98562" bIns="98562" numCol="1" spcCol="1270" anchor="ctr" anchorCtr="0">
          <a:noAutofit/>
        </a:bodyPr>
        <a:lstStyle/>
        <a:p>
          <a:pPr marL="0" lvl="0" indent="0" algn="l" defTabSz="800100">
            <a:lnSpc>
              <a:spcPct val="90000"/>
            </a:lnSpc>
            <a:spcBef>
              <a:spcPct val="0"/>
            </a:spcBef>
            <a:spcAft>
              <a:spcPct val="35000"/>
            </a:spcAft>
            <a:buNone/>
          </a:pPr>
          <a:r>
            <a:rPr lang="en-US" sz="1800" kern="1200" dirty="0"/>
            <a:t>Played roles of developer, architect, </a:t>
          </a:r>
          <a:r>
            <a:rPr lang="en-US" sz="1800" kern="1200" dirty="0" err="1"/>
            <a:t>devops</a:t>
          </a:r>
          <a:r>
            <a:rPr lang="en-US" sz="1800" kern="1200" dirty="0"/>
            <a:t> engineer, platform engineer, test architect, release manager</a:t>
          </a:r>
        </a:p>
      </dsp:txBody>
      <dsp:txXfrm>
        <a:off x="1075641" y="1166106"/>
        <a:ext cx="6810006" cy="931291"/>
      </dsp:txXfrm>
    </dsp:sp>
    <dsp:sp modelId="{1F150B33-5B01-41D7-B34B-31321D5314B8}">
      <dsp:nvSpPr>
        <dsp:cNvPr id="0" name=""/>
        <dsp:cNvSpPr/>
      </dsp:nvSpPr>
      <dsp:spPr>
        <a:xfrm>
          <a:off x="0" y="2330220"/>
          <a:ext cx="7886700" cy="931291"/>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0486E93-85B6-4940-9839-EC6F6438470B}">
      <dsp:nvSpPr>
        <dsp:cNvPr id="0" name=""/>
        <dsp:cNvSpPr/>
      </dsp:nvSpPr>
      <dsp:spPr>
        <a:xfrm>
          <a:off x="281715" y="2539761"/>
          <a:ext cx="512210" cy="512210"/>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ADFF1338-B351-4D54-8EB2-71C9330684E6}">
      <dsp:nvSpPr>
        <dsp:cNvPr id="0" name=""/>
        <dsp:cNvSpPr/>
      </dsp:nvSpPr>
      <dsp:spPr>
        <a:xfrm>
          <a:off x="1075641" y="2330220"/>
          <a:ext cx="3549015" cy="93129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8562" tIns="98562" rIns="98562" bIns="98562" numCol="1" spcCol="1270" anchor="ctr" anchorCtr="0">
          <a:noAutofit/>
        </a:bodyPr>
        <a:lstStyle/>
        <a:p>
          <a:pPr marL="0" lvl="0" indent="0" algn="l" defTabSz="800100">
            <a:lnSpc>
              <a:spcPct val="90000"/>
            </a:lnSpc>
            <a:spcBef>
              <a:spcPct val="0"/>
            </a:spcBef>
            <a:spcAft>
              <a:spcPct val="35000"/>
            </a:spcAft>
            <a:buNone/>
          </a:pPr>
          <a:r>
            <a:rPr lang="en-US" sz="1800" kern="1200" dirty="0"/>
            <a:t>AI/ML Enthusiast and advocate for Effectively using AI to write code</a:t>
          </a:r>
        </a:p>
      </dsp:txBody>
      <dsp:txXfrm>
        <a:off x="1075641" y="2330220"/>
        <a:ext cx="3549015" cy="931291"/>
      </dsp:txXfrm>
    </dsp:sp>
    <dsp:sp modelId="{D3707FF8-46B5-4898-83C6-BFB962BB255D}">
      <dsp:nvSpPr>
        <dsp:cNvPr id="0" name=""/>
        <dsp:cNvSpPr/>
      </dsp:nvSpPr>
      <dsp:spPr>
        <a:xfrm>
          <a:off x="4624656" y="2330220"/>
          <a:ext cx="3260991" cy="93129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8562" tIns="98562" rIns="98562" bIns="98562" numCol="1" spcCol="1270" anchor="ctr" anchorCtr="0">
          <a:noAutofit/>
        </a:bodyPr>
        <a:lstStyle/>
        <a:p>
          <a:pPr marL="0" lvl="0" indent="0" algn="l" defTabSz="488950">
            <a:lnSpc>
              <a:spcPct val="90000"/>
            </a:lnSpc>
            <a:spcBef>
              <a:spcPct val="0"/>
            </a:spcBef>
            <a:spcAft>
              <a:spcPct val="35000"/>
            </a:spcAft>
            <a:buNone/>
          </a:pPr>
          <a:r>
            <a:rPr lang="en-US" sz="1100" kern="1200" dirty="0"/>
            <a:t>LinkedIn: www.linkedin.com/in/johnmichaelmiller</a:t>
          </a:r>
        </a:p>
        <a:p>
          <a:pPr marL="0" lvl="0" indent="0" algn="l" defTabSz="488950">
            <a:lnSpc>
              <a:spcPct val="90000"/>
            </a:lnSpc>
            <a:spcBef>
              <a:spcPct val="0"/>
            </a:spcBef>
            <a:spcAft>
              <a:spcPct val="35000"/>
            </a:spcAft>
            <a:buNone/>
          </a:pPr>
          <a:r>
            <a:rPr lang="en-US" sz="1100" kern="1200" dirty="0"/>
            <a:t>Email: john.miller@codemag.com</a:t>
          </a:r>
        </a:p>
        <a:p>
          <a:pPr marL="0" lvl="0" indent="0" algn="l" defTabSz="488950">
            <a:lnSpc>
              <a:spcPct val="90000"/>
            </a:lnSpc>
            <a:spcBef>
              <a:spcPct val="0"/>
            </a:spcBef>
            <a:spcAft>
              <a:spcPct val="35000"/>
            </a:spcAft>
            <a:buNone/>
          </a:pPr>
          <a:r>
            <a:rPr lang="en-US" sz="1100" kern="1200" dirty="0"/>
            <a:t>Blog: </a:t>
          </a:r>
          <a:r>
            <a:rPr lang="en-US" sz="1100" kern="1200" dirty="0">
              <a:hlinkClick xmlns:r="http://schemas.openxmlformats.org/officeDocument/2006/relationships" r:id="rId7"/>
            </a:rPr>
            <a:t>https://codemag.com/blog/AIPractitioner</a:t>
          </a:r>
          <a:endParaRPr lang="en-US" sz="1100" kern="1200" dirty="0"/>
        </a:p>
        <a:p>
          <a:pPr marL="0" lvl="0" indent="0" algn="l" defTabSz="488950">
            <a:lnSpc>
              <a:spcPct val="90000"/>
            </a:lnSpc>
            <a:spcBef>
              <a:spcPct val="0"/>
            </a:spcBef>
            <a:spcAft>
              <a:spcPct val="35000"/>
            </a:spcAft>
            <a:buNone/>
          </a:pPr>
          <a:r>
            <a:rPr lang="en-US" sz="1100" kern="1200" dirty="0">
              <a:hlinkClick xmlns:r="http://schemas.openxmlformats.org/officeDocument/2006/relationships" r:id="rId8"/>
            </a:rPr>
            <a:t>AI Practitioner Resources</a:t>
          </a:r>
          <a:endParaRPr lang="en-US" sz="1100" kern="1200" dirty="0"/>
        </a:p>
      </dsp:txBody>
      <dsp:txXfrm>
        <a:off x="4624656" y="2330220"/>
        <a:ext cx="3260991" cy="931291"/>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E1EDF15-E852-4FA9-BE9B-1C0C6475C055}" type="datetimeFigureOut">
              <a:rPr lang="en-US" smtClean="0"/>
              <a:t>3/5/2026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07F2342-A1FC-4D7E-9F89-CB3DCAE9692B}" type="slidenum">
              <a:rPr lang="en-US" smtClean="0"/>
              <a:t>‹#›</a:t>
            </a:fld>
            <a:endParaRPr lang="en-US"/>
          </a:p>
        </p:txBody>
      </p:sp>
    </p:spTree>
    <p:extLst>
      <p:ext uri="{BB962C8B-B14F-4D97-AF65-F5344CB8AC3E}">
        <p14:creationId xmlns:p14="http://schemas.microsoft.com/office/powerpoint/2010/main" val="74782938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3" Type="http://schemas.openxmlformats.org/officeDocument/2006/relationships/hyperlink" Target="https://www.codemag.com/" TargetMode="External"/><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CODE is a custom software company, a staff augmentation company, CODE Magazine for software developers, and training like this webinar. We've been in business for 30 years and the magazine just hit its 25th anniversary. Visit the website at </a:t>
            </a:r>
            <a:r>
              <a:rPr lang="en-US" dirty="0">
                <a:hlinkClick r:id="rId3"/>
              </a:rPr>
              <a:t>https://www.codemag.com/</a:t>
            </a:r>
            <a:r>
              <a:rPr lang="en-US" dirty="0"/>
              <a:t> for more details.</a:t>
            </a:r>
          </a:p>
        </p:txBody>
      </p:sp>
      <p:sp>
        <p:nvSpPr>
          <p:cNvPr id="4" name="Slide Number Placeholder 3"/>
          <p:cNvSpPr>
            <a:spLocks noGrp="1"/>
          </p:cNvSpPr>
          <p:nvPr>
            <p:ph type="sldNum" sz="quarter" idx="5"/>
          </p:nvPr>
        </p:nvSpPr>
        <p:spPr/>
        <p:txBody>
          <a:bodyPr/>
          <a:lstStyle/>
          <a:p>
            <a:fld id="{DA455780-D264-4D52-A390-D35F9E51885A}" type="slidenum">
              <a:rPr lang="en-US" smtClean="0"/>
              <a:t>3</a:t>
            </a:fld>
            <a:endParaRPr lang="en-US"/>
          </a:p>
        </p:txBody>
      </p:sp>
    </p:spTree>
    <p:extLst>
      <p:ext uri="{BB962C8B-B14F-4D97-AF65-F5344CB8AC3E}">
        <p14:creationId xmlns:p14="http://schemas.microsoft.com/office/powerpoint/2010/main" val="190567615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Day One: Outline the day’s goals and emphasize participation and hands-on exercises.</a:t>
            </a:r>
          </a:p>
        </p:txBody>
      </p:sp>
      <p:sp>
        <p:nvSpPr>
          <p:cNvPr id="4" name="Slide Number Placeholder 3"/>
          <p:cNvSpPr>
            <a:spLocks noGrp="1"/>
          </p:cNvSpPr>
          <p:nvPr>
            <p:ph type="sldNum" sz="quarter" idx="10"/>
          </p:nvPr>
        </p:nvSpPr>
        <p:spPr/>
        <p:txBody>
          <a:bodyPr/>
          <a:lstStyle/>
          <a:p>
            <a:fld id="{18BDFEC3-8487-43E8-A154-7C12CBC1FFF2}" type="slidenum">
              <a:rPr lang="en-US"/>
              <a:t>4</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B66D8F-EDA1-799F-72BA-B7F0803A3B5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899716EA-DD10-D887-2B65-EA055CF1FED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498B7D3F-B46D-42C0-DFAE-2CF302015C46}"/>
              </a:ext>
            </a:extLst>
          </p:cNvPr>
          <p:cNvSpPr>
            <a:spLocks noGrp="1"/>
          </p:cNvSpPr>
          <p:nvPr>
            <p:ph type="dt" sz="half" idx="10"/>
          </p:nvPr>
        </p:nvSpPr>
        <p:spPr/>
        <p:txBody>
          <a:bodyPr/>
          <a:lstStyle/>
          <a:p>
            <a:fld id="{F26A4DD3-3D3A-421C-BE79-9144367BEBD9}" type="datetimeFigureOut">
              <a:rPr lang="en-US" smtClean="0"/>
              <a:t>3/5/2026</a:t>
            </a:fld>
            <a:endParaRPr lang="en-US"/>
          </a:p>
        </p:txBody>
      </p:sp>
      <p:sp>
        <p:nvSpPr>
          <p:cNvPr id="5" name="Footer Placeholder 4">
            <a:extLst>
              <a:ext uri="{FF2B5EF4-FFF2-40B4-BE49-F238E27FC236}">
                <a16:creationId xmlns:a16="http://schemas.microsoft.com/office/drawing/2014/main" id="{8583F3BD-34DE-54AC-382E-6FF85B84983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0D428A1-9DC2-EA05-CC64-4B67186B21A5}"/>
              </a:ext>
            </a:extLst>
          </p:cNvPr>
          <p:cNvSpPr>
            <a:spLocks noGrp="1"/>
          </p:cNvSpPr>
          <p:nvPr>
            <p:ph type="sldNum" sz="quarter" idx="12"/>
          </p:nvPr>
        </p:nvSpPr>
        <p:spPr/>
        <p:txBody>
          <a:bodyPr/>
          <a:lstStyle/>
          <a:p>
            <a:fld id="{5612B4ED-F660-4328-AB58-8213621D4043}" type="slidenum">
              <a:rPr lang="en-US" smtClean="0"/>
              <a:t>‹#›</a:t>
            </a:fld>
            <a:endParaRPr lang="en-US"/>
          </a:p>
        </p:txBody>
      </p:sp>
    </p:spTree>
    <p:extLst>
      <p:ext uri="{BB962C8B-B14F-4D97-AF65-F5344CB8AC3E}">
        <p14:creationId xmlns:p14="http://schemas.microsoft.com/office/powerpoint/2010/main" val="366562659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5B7FAD-5491-3170-EF36-CB345645925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9200D2B-AFD7-62BA-48F3-BD3463F8029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2CD02AA-3E50-DE2E-A1F8-B313BC7885C1}"/>
              </a:ext>
            </a:extLst>
          </p:cNvPr>
          <p:cNvSpPr>
            <a:spLocks noGrp="1"/>
          </p:cNvSpPr>
          <p:nvPr>
            <p:ph type="dt" sz="half" idx="10"/>
          </p:nvPr>
        </p:nvSpPr>
        <p:spPr/>
        <p:txBody>
          <a:bodyPr/>
          <a:lstStyle/>
          <a:p>
            <a:fld id="{F26A4DD3-3D3A-421C-BE79-9144367BEBD9}" type="datetimeFigureOut">
              <a:rPr lang="en-US" smtClean="0"/>
              <a:t>3/5/2026</a:t>
            </a:fld>
            <a:endParaRPr lang="en-US"/>
          </a:p>
        </p:txBody>
      </p:sp>
      <p:sp>
        <p:nvSpPr>
          <p:cNvPr id="5" name="Footer Placeholder 4">
            <a:extLst>
              <a:ext uri="{FF2B5EF4-FFF2-40B4-BE49-F238E27FC236}">
                <a16:creationId xmlns:a16="http://schemas.microsoft.com/office/drawing/2014/main" id="{31BC5E77-9A9D-8DAE-7183-46158315166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5BBD129-FAB6-E39E-C32A-9E256DC5DA45}"/>
              </a:ext>
            </a:extLst>
          </p:cNvPr>
          <p:cNvSpPr>
            <a:spLocks noGrp="1"/>
          </p:cNvSpPr>
          <p:nvPr>
            <p:ph type="sldNum" sz="quarter" idx="12"/>
          </p:nvPr>
        </p:nvSpPr>
        <p:spPr/>
        <p:txBody>
          <a:bodyPr/>
          <a:lstStyle/>
          <a:p>
            <a:fld id="{5612B4ED-F660-4328-AB58-8213621D4043}" type="slidenum">
              <a:rPr lang="en-US" smtClean="0"/>
              <a:t>‹#›</a:t>
            </a:fld>
            <a:endParaRPr lang="en-US"/>
          </a:p>
        </p:txBody>
      </p:sp>
    </p:spTree>
    <p:extLst>
      <p:ext uri="{BB962C8B-B14F-4D97-AF65-F5344CB8AC3E}">
        <p14:creationId xmlns:p14="http://schemas.microsoft.com/office/powerpoint/2010/main" val="194428811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21608B-34F8-141A-B144-E35B396316C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BACADB00-1D6F-C1D9-D748-A25A868292B2}"/>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5AACDB7-C02A-DC54-3A4B-27C28DD7A47E}"/>
              </a:ext>
            </a:extLst>
          </p:cNvPr>
          <p:cNvSpPr>
            <a:spLocks noGrp="1"/>
          </p:cNvSpPr>
          <p:nvPr>
            <p:ph type="dt" sz="half" idx="10"/>
          </p:nvPr>
        </p:nvSpPr>
        <p:spPr/>
        <p:txBody>
          <a:bodyPr/>
          <a:lstStyle/>
          <a:p>
            <a:fld id="{F26A4DD3-3D3A-421C-BE79-9144367BEBD9}" type="datetimeFigureOut">
              <a:rPr lang="en-US" smtClean="0"/>
              <a:t>3/5/2026</a:t>
            </a:fld>
            <a:endParaRPr lang="en-US"/>
          </a:p>
        </p:txBody>
      </p:sp>
      <p:sp>
        <p:nvSpPr>
          <p:cNvPr id="5" name="Footer Placeholder 4">
            <a:extLst>
              <a:ext uri="{FF2B5EF4-FFF2-40B4-BE49-F238E27FC236}">
                <a16:creationId xmlns:a16="http://schemas.microsoft.com/office/drawing/2014/main" id="{2432F586-5E03-93FF-90EC-CDA381EB4F3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4046F4F-D021-BBC4-C7F9-43CD32E58E47}"/>
              </a:ext>
            </a:extLst>
          </p:cNvPr>
          <p:cNvSpPr>
            <a:spLocks noGrp="1"/>
          </p:cNvSpPr>
          <p:nvPr>
            <p:ph type="sldNum" sz="quarter" idx="12"/>
          </p:nvPr>
        </p:nvSpPr>
        <p:spPr/>
        <p:txBody>
          <a:bodyPr/>
          <a:lstStyle/>
          <a:p>
            <a:fld id="{5612B4ED-F660-4328-AB58-8213621D4043}" type="slidenum">
              <a:rPr lang="en-US" smtClean="0"/>
              <a:t>‹#›</a:t>
            </a:fld>
            <a:endParaRPr lang="en-US"/>
          </a:p>
        </p:txBody>
      </p:sp>
    </p:spTree>
    <p:extLst>
      <p:ext uri="{BB962C8B-B14F-4D97-AF65-F5344CB8AC3E}">
        <p14:creationId xmlns:p14="http://schemas.microsoft.com/office/powerpoint/2010/main" val="34084063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6E09E4-0557-D245-BE4E-44BC275782A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84483E7-F2C8-1D5A-2FEE-B5519D31A5F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EE58E829-5131-40D7-B58B-3F9060E78A8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29AF2EB0-B9DF-216C-454E-854F0AF7E4CF}"/>
              </a:ext>
            </a:extLst>
          </p:cNvPr>
          <p:cNvSpPr>
            <a:spLocks noGrp="1"/>
          </p:cNvSpPr>
          <p:nvPr>
            <p:ph type="dt" sz="half" idx="10"/>
          </p:nvPr>
        </p:nvSpPr>
        <p:spPr/>
        <p:txBody>
          <a:bodyPr/>
          <a:lstStyle/>
          <a:p>
            <a:fld id="{F26A4DD3-3D3A-421C-BE79-9144367BEBD9}" type="datetimeFigureOut">
              <a:rPr lang="en-US" smtClean="0"/>
              <a:t>3/5/2026</a:t>
            </a:fld>
            <a:endParaRPr lang="en-US"/>
          </a:p>
        </p:txBody>
      </p:sp>
      <p:sp>
        <p:nvSpPr>
          <p:cNvPr id="6" name="Footer Placeholder 5">
            <a:extLst>
              <a:ext uri="{FF2B5EF4-FFF2-40B4-BE49-F238E27FC236}">
                <a16:creationId xmlns:a16="http://schemas.microsoft.com/office/drawing/2014/main" id="{D6BDCC4A-61A6-58D4-F70E-DA96D72CCF8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745850F-B620-511A-D5D4-EF5B4E60531F}"/>
              </a:ext>
            </a:extLst>
          </p:cNvPr>
          <p:cNvSpPr>
            <a:spLocks noGrp="1"/>
          </p:cNvSpPr>
          <p:nvPr>
            <p:ph type="sldNum" sz="quarter" idx="12"/>
          </p:nvPr>
        </p:nvSpPr>
        <p:spPr/>
        <p:txBody>
          <a:bodyPr/>
          <a:lstStyle/>
          <a:p>
            <a:fld id="{5612B4ED-F660-4328-AB58-8213621D4043}" type="slidenum">
              <a:rPr lang="en-US" smtClean="0"/>
              <a:t>‹#›</a:t>
            </a:fld>
            <a:endParaRPr lang="en-US"/>
          </a:p>
        </p:txBody>
      </p:sp>
    </p:spTree>
    <p:extLst>
      <p:ext uri="{BB962C8B-B14F-4D97-AF65-F5344CB8AC3E}">
        <p14:creationId xmlns:p14="http://schemas.microsoft.com/office/powerpoint/2010/main" val="46071958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BC22F3-2799-C41C-3CD1-830E9F38CDE8}"/>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559E3B54-BAA0-834A-157F-40E5F774FBD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67D2359-9A26-C52A-A75F-32A6FCC3053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74A57B6F-76EE-9ECC-2DF5-A2833A425DE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DBABB65-E638-3BBD-4B6D-F14E83C648F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E54D62E3-7553-BD92-891D-5034FC1AE847}"/>
              </a:ext>
            </a:extLst>
          </p:cNvPr>
          <p:cNvSpPr>
            <a:spLocks noGrp="1"/>
          </p:cNvSpPr>
          <p:nvPr>
            <p:ph type="dt" sz="half" idx="10"/>
          </p:nvPr>
        </p:nvSpPr>
        <p:spPr/>
        <p:txBody>
          <a:bodyPr/>
          <a:lstStyle/>
          <a:p>
            <a:fld id="{F26A4DD3-3D3A-421C-BE79-9144367BEBD9}" type="datetimeFigureOut">
              <a:rPr lang="en-US" smtClean="0"/>
              <a:t>3/5/2026</a:t>
            </a:fld>
            <a:endParaRPr lang="en-US"/>
          </a:p>
        </p:txBody>
      </p:sp>
      <p:sp>
        <p:nvSpPr>
          <p:cNvPr id="8" name="Footer Placeholder 7">
            <a:extLst>
              <a:ext uri="{FF2B5EF4-FFF2-40B4-BE49-F238E27FC236}">
                <a16:creationId xmlns:a16="http://schemas.microsoft.com/office/drawing/2014/main" id="{8D7F8DAA-23B9-D104-40CF-FCF42611526D}"/>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F2495CE8-3914-5187-CDD5-6E8E0E95D943}"/>
              </a:ext>
            </a:extLst>
          </p:cNvPr>
          <p:cNvSpPr>
            <a:spLocks noGrp="1"/>
          </p:cNvSpPr>
          <p:nvPr>
            <p:ph type="sldNum" sz="quarter" idx="12"/>
          </p:nvPr>
        </p:nvSpPr>
        <p:spPr/>
        <p:txBody>
          <a:bodyPr/>
          <a:lstStyle/>
          <a:p>
            <a:fld id="{5612B4ED-F660-4328-AB58-8213621D4043}" type="slidenum">
              <a:rPr lang="en-US" smtClean="0"/>
              <a:t>‹#›</a:t>
            </a:fld>
            <a:endParaRPr lang="en-US"/>
          </a:p>
        </p:txBody>
      </p:sp>
    </p:spTree>
    <p:extLst>
      <p:ext uri="{BB962C8B-B14F-4D97-AF65-F5344CB8AC3E}">
        <p14:creationId xmlns:p14="http://schemas.microsoft.com/office/powerpoint/2010/main" val="124085030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64C2D8-EECE-D634-2570-03ED0564AAD6}"/>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31C54B09-D5FD-0DC1-92FE-EB1D6455AAD5}"/>
              </a:ext>
            </a:extLst>
          </p:cNvPr>
          <p:cNvSpPr>
            <a:spLocks noGrp="1"/>
          </p:cNvSpPr>
          <p:nvPr>
            <p:ph type="dt" sz="half" idx="10"/>
          </p:nvPr>
        </p:nvSpPr>
        <p:spPr/>
        <p:txBody>
          <a:bodyPr/>
          <a:lstStyle/>
          <a:p>
            <a:fld id="{F26A4DD3-3D3A-421C-BE79-9144367BEBD9}" type="datetimeFigureOut">
              <a:rPr lang="en-US" smtClean="0"/>
              <a:t>3/5/2026</a:t>
            </a:fld>
            <a:endParaRPr lang="en-US"/>
          </a:p>
        </p:txBody>
      </p:sp>
      <p:sp>
        <p:nvSpPr>
          <p:cNvPr id="4" name="Footer Placeholder 3">
            <a:extLst>
              <a:ext uri="{FF2B5EF4-FFF2-40B4-BE49-F238E27FC236}">
                <a16:creationId xmlns:a16="http://schemas.microsoft.com/office/drawing/2014/main" id="{368D80C6-73FA-68FD-4ED0-A01D0E21782A}"/>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C6DAE9C9-214B-0D1D-CA73-D321187A7CBA}"/>
              </a:ext>
            </a:extLst>
          </p:cNvPr>
          <p:cNvSpPr>
            <a:spLocks noGrp="1"/>
          </p:cNvSpPr>
          <p:nvPr>
            <p:ph type="sldNum" sz="quarter" idx="12"/>
          </p:nvPr>
        </p:nvSpPr>
        <p:spPr/>
        <p:txBody>
          <a:bodyPr/>
          <a:lstStyle/>
          <a:p>
            <a:fld id="{5612B4ED-F660-4328-AB58-8213621D4043}" type="slidenum">
              <a:rPr lang="en-US" smtClean="0"/>
              <a:t>‹#›</a:t>
            </a:fld>
            <a:endParaRPr lang="en-US"/>
          </a:p>
        </p:txBody>
      </p:sp>
    </p:spTree>
    <p:extLst>
      <p:ext uri="{BB962C8B-B14F-4D97-AF65-F5344CB8AC3E}">
        <p14:creationId xmlns:p14="http://schemas.microsoft.com/office/powerpoint/2010/main" val="19081739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BB14862-6197-9509-9955-060D721566FA}"/>
              </a:ext>
            </a:extLst>
          </p:cNvPr>
          <p:cNvSpPr>
            <a:spLocks noGrp="1"/>
          </p:cNvSpPr>
          <p:nvPr>
            <p:ph type="dt" sz="half" idx="10"/>
          </p:nvPr>
        </p:nvSpPr>
        <p:spPr/>
        <p:txBody>
          <a:bodyPr/>
          <a:lstStyle/>
          <a:p>
            <a:fld id="{F26A4DD3-3D3A-421C-BE79-9144367BEBD9}" type="datetimeFigureOut">
              <a:rPr lang="en-US" smtClean="0"/>
              <a:t>3/5/2026</a:t>
            </a:fld>
            <a:endParaRPr lang="en-US"/>
          </a:p>
        </p:txBody>
      </p:sp>
      <p:sp>
        <p:nvSpPr>
          <p:cNvPr id="3" name="Footer Placeholder 2">
            <a:extLst>
              <a:ext uri="{FF2B5EF4-FFF2-40B4-BE49-F238E27FC236}">
                <a16:creationId xmlns:a16="http://schemas.microsoft.com/office/drawing/2014/main" id="{15C79306-ADC0-EB1D-8F06-98C7CF5B20DB}"/>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77324EAE-192A-8651-B8D1-C45240068C5D}"/>
              </a:ext>
            </a:extLst>
          </p:cNvPr>
          <p:cNvSpPr>
            <a:spLocks noGrp="1"/>
          </p:cNvSpPr>
          <p:nvPr>
            <p:ph type="sldNum" sz="quarter" idx="12"/>
          </p:nvPr>
        </p:nvSpPr>
        <p:spPr/>
        <p:txBody>
          <a:bodyPr/>
          <a:lstStyle/>
          <a:p>
            <a:fld id="{5612B4ED-F660-4328-AB58-8213621D4043}" type="slidenum">
              <a:rPr lang="en-US" smtClean="0"/>
              <a:t>‹#›</a:t>
            </a:fld>
            <a:endParaRPr lang="en-US"/>
          </a:p>
        </p:txBody>
      </p:sp>
    </p:spTree>
    <p:extLst>
      <p:ext uri="{BB962C8B-B14F-4D97-AF65-F5344CB8AC3E}">
        <p14:creationId xmlns:p14="http://schemas.microsoft.com/office/powerpoint/2010/main" val="167517232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A5A0D9-C2CE-CAF1-CFB8-D94663F03D3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B8449C34-5608-F3C4-05E7-AE31E59E06C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01234D77-6119-2A09-AE3C-F61F16DD250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208574A-A777-54CC-FFB5-938E69C66483}"/>
              </a:ext>
            </a:extLst>
          </p:cNvPr>
          <p:cNvSpPr>
            <a:spLocks noGrp="1"/>
          </p:cNvSpPr>
          <p:nvPr>
            <p:ph type="dt" sz="half" idx="10"/>
          </p:nvPr>
        </p:nvSpPr>
        <p:spPr/>
        <p:txBody>
          <a:bodyPr/>
          <a:lstStyle/>
          <a:p>
            <a:fld id="{F26A4DD3-3D3A-421C-BE79-9144367BEBD9}" type="datetimeFigureOut">
              <a:rPr lang="en-US" smtClean="0"/>
              <a:t>3/5/2026</a:t>
            </a:fld>
            <a:endParaRPr lang="en-US"/>
          </a:p>
        </p:txBody>
      </p:sp>
      <p:sp>
        <p:nvSpPr>
          <p:cNvPr id="6" name="Footer Placeholder 5">
            <a:extLst>
              <a:ext uri="{FF2B5EF4-FFF2-40B4-BE49-F238E27FC236}">
                <a16:creationId xmlns:a16="http://schemas.microsoft.com/office/drawing/2014/main" id="{48317A9C-BBC6-FEE2-8278-7BCD3BFE059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42828F2-CFC2-483D-E269-0235C2D67E36}"/>
              </a:ext>
            </a:extLst>
          </p:cNvPr>
          <p:cNvSpPr>
            <a:spLocks noGrp="1"/>
          </p:cNvSpPr>
          <p:nvPr>
            <p:ph type="sldNum" sz="quarter" idx="12"/>
          </p:nvPr>
        </p:nvSpPr>
        <p:spPr/>
        <p:txBody>
          <a:bodyPr/>
          <a:lstStyle/>
          <a:p>
            <a:fld id="{5612B4ED-F660-4328-AB58-8213621D4043}" type="slidenum">
              <a:rPr lang="en-US" smtClean="0"/>
              <a:t>‹#›</a:t>
            </a:fld>
            <a:endParaRPr lang="en-US"/>
          </a:p>
        </p:txBody>
      </p:sp>
    </p:spTree>
    <p:extLst>
      <p:ext uri="{BB962C8B-B14F-4D97-AF65-F5344CB8AC3E}">
        <p14:creationId xmlns:p14="http://schemas.microsoft.com/office/powerpoint/2010/main" val="51807901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5FE780-F944-AF05-9B42-5C8D3978503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2BA353AA-6F42-240F-A21B-240EDC74630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597B1DFD-F846-47ED-2081-9E65BB69661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134EA91-D93E-11C5-D6A2-99C3B4CE7E5C}"/>
              </a:ext>
            </a:extLst>
          </p:cNvPr>
          <p:cNvSpPr>
            <a:spLocks noGrp="1"/>
          </p:cNvSpPr>
          <p:nvPr>
            <p:ph type="dt" sz="half" idx="10"/>
          </p:nvPr>
        </p:nvSpPr>
        <p:spPr/>
        <p:txBody>
          <a:bodyPr/>
          <a:lstStyle/>
          <a:p>
            <a:fld id="{F26A4DD3-3D3A-421C-BE79-9144367BEBD9}" type="datetimeFigureOut">
              <a:rPr lang="en-US" smtClean="0"/>
              <a:t>3/5/2026</a:t>
            </a:fld>
            <a:endParaRPr lang="en-US"/>
          </a:p>
        </p:txBody>
      </p:sp>
      <p:sp>
        <p:nvSpPr>
          <p:cNvPr id="6" name="Footer Placeholder 5">
            <a:extLst>
              <a:ext uri="{FF2B5EF4-FFF2-40B4-BE49-F238E27FC236}">
                <a16:creationId xmlns:a16="http://schemas.microsoft.com/office/drawing/2014/main" id="{C432C20C-1F8E-B629-A56A-A9B2A61FA25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6A84B6B-BAA4-48EE-8812-E0C29313C560}"/>
              </a:ext>
            </a:extLst>
          </p:cNvPr>
          <p:cNvSpPr>
            <a:spLocks noGrp="1"/>
          </p:cNvSpPr>
          <p:nvPr>
            <p:ph type="sldNum" sz="quarter" idx="12"/>
          </p:nvPr>
        </p:nvSpPr>
        <p:spPr/>
        <p:txBody>
          <a:bodyPr/>
          <a:lstStyle/>
          <a:p>
            <a:fld id="{5612B4ED-F660-4328-AB58-8213621D4043}" type="slidenum">
              <a:rPr lang="en-US" smtClean="0"/>
              <a:t>‹#›</a:t>
            </a:fld>
            <a:endParaRPr lang="en-US"/>
          </a:p>
        </p:txBody>
      </p:sp>
    </p:spTree>
    <p:extLst>
      <p:ext uri="{BB962C8B-B14F-4D97-AF65-F5344CB8AC3E}">
        <p14:creationId xmlns:p14="http://schemas.microsoft.com/office/powerpoint/2010/main" val="218406619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28FC40-3114-7972-205C-A524F7940421}"/>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EA651DB2-8EED-157C-895D-9D225327679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E6FF4D4-4935-CC45-5FAC-F6B3A77FB8B9}"/>
              </a:ext>
            </a:extLst>
          </p:cNvPr>
          <p:cNvSpPr>
            <a:spLocks noGrp="1"/>
          </p:cNvSpPr>
          <p:nvPr>
            <p:ph type="dt" sz="half" idx="10"/>
          </p:nvPr>
        </p:nvSpPr>
        <p:spPr/>
        <p:txBody>
          <a:bodyPr/>
          <a:lstStyle/>
          <a:p>
            <a:fld id="{F26A4DD3-3D3A-421C-BE79-9144367BEBD9}" type="datetimeFigureOut">
              <a:rPr lang="en-US" smtClean="0"/>
              <a:t>3/5/2026</a:t>
            </a:fld>
            <a:endParaRPr lang="en-US"/>
          </a:p>
        </p:txBody>
      </p:sp>
      <p:sp>
        <p:nvSpPr>
          <p:cNvPr id="5" name="Footer Placeholder 4">
            <a:extLst>
              <a:ext uri="{FF2B5EF4-FFF2-40B4-BE49-F238E27FC236}">
                <a16:creationId xmlns:a16="http://schemas.microsoft.com/office/drawing/2014/main" id="{B1967905-5FC4-A927-1F04-A35BF616407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EF93B06-C52E-29DE-D521-11D972E31279}"/>
              </a:ext>
            </a:extLst>
          </p:cNvPr>
          <p:cNvSpPr>
            <a:spLocks noGrp="1"/>
          </p:cNvSpPr>
          <p:nvPr>
            <p:ph type="sldNum" sz="quarter" idx="12"/>
          </p:nvPr>
        </p:nvSpPr>
        <p:spPr/>
        <p:txBody>
          <a:bodyPr/>
          <a:lstStyle/>
          <a:p>
            <a:fld id="{5612B4ED-F660-4328-AB58-8213621D4043}" type="slidenum">
              <a:rPr lang="en-US" smtClean="0"/>
              <a:t>‹#›</a:t>
            </a:fld>
            <a:endParaRPr lang="en-US"/>
          </a:p>
        </p:txBody>
      </p:sp>
    </p:spTree>
    <p:extLst>
      <p:ext uri="{BB962C8B-B14F-4D97-AF65-F5344CB8AC3E}">
        <p14:creationId xmlns:p14="http://schemas.microsoft.com/office/powerpoint/2010/main" val="145171164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BE57E06-F5F4-2DBC-A23F-26E2E41A8001}"/>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61010D50-4E53-4445-33B1-A9C39995EF4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042151B-E6F7-3084-2B98-7AA0BE30A0D4}"/>
              </a:ext>
            </a:extLst>
          </p:cNvPr>
          <p:cNvSpPr>
            <a:spLocks noGrp="1"/>
          </p:cNvSpPr>
          <p:nvPr>
            <p:ph type="dt" sz="half" idx="10"/>
          </p:nvPr>
        </p:nvSpPr>
        <p:spPr/>
        <p:txBody>
          <a:bodyPr/>
          <a:lstStyle/>
          <a:p>
            <a:fld id="{F26A4DD3-3D3A-421C-BE79-9144367BEBD9}" type="datetimeFigureOut">
              <a:rPr lang="en-US" smtClean="0"/>
              <a:t>3/5/2026</a:t>
            </a:fld>
            <a:endParaRPr lang="en-US"/>
          </a:p>
        </p:txBody>
      </p:sp>
      <p:sp>
        <p:nvSpPr>
          <p:cNvPr id="5" name="Footer Placeholder 4">
            <a:extLst>
              <a:ext uri="{FF2B5EF4-FFF2-40B4-BE49-F238E27FC236}">
                <a16:creationId xmlns:a16="http://schemas.microsoft.com/office/drawing/2014/main" id="{6FD29610-C8CE-178F-A562-CED6F834441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77A4DC4-C53A-0EBD-36B5-93C2B82E339E}"/>
              </a:ext>
            </a:extLst>
          </p:cNvPr>
          <p:cNvSpPr>
            <a:spLocks noGrp="1"/>
          </p:cNvSpPr>
          <p:nvPr>
            <p:ph type="sldNum" sz="quarter" idx="12"/>
          </p:nvPr>
        </p:nvSpPr>
        <p:spPr/>
        <p:txBody>
          <a:bodyPr/>
          <a:lstStyle/>
          <a:p>
            <a:fld id="{5612B4ED-F660-4328-AB58-8213621D4043}" type="slidenum">
              <a:rPr lang="en-US" smtClean="0"/>
              <a:t>‹#›</a:t>
            </a:fld>
            <a:endParaRPr lang="en-US"/>
          </a:p>
        </p:txBody>
      </p:sp>
    </p:spTree>
    <p:extLst>
      <p:ext uri="{BB962C8B-B14F-4D97-AF65-F5344CB8AC3E}">
        <p14:creationId xmlns:p14="http://schemas.microsoft.com/office/powerpoint/2010/main" val="354127361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1_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9B468B-A6F2-4747-0841-93AC035CBDBA}"/>
              </a:ext>
            </a:extLst>
          </p:cNvPr>
          <p:cNvSpPr>
            <a:spLocks noGrp="1"/>
          </p:cNvSpPr>
          <p:nvPr>
            <p:ph type="title"/>
          </p:nvPr>
        </p:nvSpPr>
        <p:spPr/>
        <p:txBody>
          <a:bodyPr/>
          <a:lstStyle/>
          <a:p>
            <a:r>
              <a:rPr lang="en-US"/>
              <a:t>Click to edit Master title style</a:t>
            </a:r>
          </a:p>
        </p:txBody>
      </p:sp>
      <p:sp>
        <p:nvSpPr>
          <p:cNvPr id="3" name="Picture Placeholder 3">
            <a:extLst>
              <a:ext uri="{FF2B5EF4-FFF2-40B4-BE49-F238E27FC236}">
                <a16:creationId xmlns:a16="http://schemas.microsoft.com/office/drawing/2014/main" id="{F1C99E23-E5F1-1D9C-BF82-D83E6E9F1346}"/>
              </a:ext>
            </a:extLst>
          </p:cNvPr>
          <p:cNvSpPr>
            <a:spLocks noGrp="1"/>
          </p:cNvSpPr>
          <p:nvPr>
            <p:ph type="pic" sz="quarter" idx="10"/>
          </p:nvPr>
        </p:nvSpPr>
        <p:spPr>
          <a:xfrm>
            <a:off x="900114" y="2433638"/>
            <a:ext cx="10391775" cy="3790951"/>
          </a:xfrm>
        </p:spPr>
        <p:txBody>
          <a:bodyPr/>
          <a:lstStyle/>
          <a:p>
            <a:r>
              <a:rPr lang="en-US"/>
              <a:t>Click icon to add picture</a:t>
            </a:r>
          </a:p>
        </p:txBody>
      </p:sp>
      <p:sp>
        <p:nvSpPr>
          <p:cNvPr id="4" name="Text Placeholder 5">
            <a:extLst>
              <a:ext uri="{FF2B5EF4-FFF2-40B4-BE49-F238E27FC236}">
                <a16:creationId xmlns:a16="http://schemas.microsoft.com/office/drawing/2014/main" id="{63708861-970C-B5DB-BF46-526E75A04C16}"/>
              </a:ext>
            </a:extLst>
          </p:cNvPr>
          <p:cNvSpPr>
            <a:spLocks noGrp="1"/>
          </p:cNvSpPr>
          <p:nvPr>
            <p:ph type="body" sz="quarter" idx="11" hasCustomPrompt="1"/>
          </p:nvPr>
        </p:nvSpPr>
        <p:spPr>
          <a:xfrm>
            <a:off x="900114" y="1444625"/>
            <a:ext cx="10391775" cy="649288"/>
          </a:xfrm>
        </p:spPr>
        <p:txBody>
          <a:bodyPr/>
          <a:lstStyle>
            <a:lvl1pPr marL="0" indent="0">
              <a:buNone/>
              <a:defRPr/>
            </a:lvl1pPr>
          </a:lstStyle>
          <a:p>
            <a:pPr lvl="0"/>
            <a:r>
              <a:rPr lang="en-US" dirty="0"/>
              <a:t>Image Caption</a:t>
            </a:r>
          </a:p>
        </p:txBody>
      </p:sp>
    </p:spTree>
    <p:extLst>
      <p:ext uri="{BB962C8B-B14F-4D97-AF65-F5344CB8AC3E}">
        <p14:creationId xmlns:p14="http://schemas.microsoft.com/office/powerpoint/2010/main" val="386754850"/>
      </p:ext>
    </p:extLst>
  </p:cSld>
  <p:clrMapOvr>
    <a:masterClrMapping/>
  </p:clrMapOvr>
  <p:transition>
    <p:fade/>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F3BA10F-3748-98DD-4F6F-4FDA4152B14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B6C0FACB-7DE4-4A7C-7C01-59EA67AFE46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4983D04-F517-7362-AEB6-1724CB99AEB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F26A4DD3-3D3A-421C-BE79-9144367BEBD9}" type="datetimeFigureOut">
              <a:rPr lang="en-US" smtClean="0"/>
              <a:t>3/5/2026</a:t>
            </a:fld>
            <a:endParaRPr lang="en-US"/>
          </a:p>
        </p:txBody>
      </p:sp>
      <p:sp>
        <p:nvSpPr>
          <p:cNvPr id="5" name="Footer Placeholder 4">
            <a:extLst>
              <a:ext uri="{FF2B5EF4-FFF2-40B4-BE49-F238E27FC236}">
                <a16:creationId xmlns:a16="http://schemas.microsoft.com/office/drawing/2014/main" id="{918F4308-B34F-4FC8-7E2E-8D9A46460E5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901C65D7-24D0-DE03-B470-1EF40A543D2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5612B4ED-F660-4328-AB58-8213621D4043}" type="slidenum">
              <a:rPr lang="en-US" smtClean="0"/>
              <a:t>‹#›</a:t>
            </a:fld>
            <a:endParaRPr lang="en-US"/>
          </a:p>
        </p:txBody>
      </p:sp>
    </p:spTree>
    <p:extLst>
      <p:ext uri="{BB962C8B-B14F-4D97-AF65-F5344CB8AC3E}">
        <p14:creationId xmlns:p14="http://schemas.microsoft.com/office/powerpoint/2010/main" val="263319822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dirty="0"/>
              <a:t>AI Assisted Software Development</a:t>
            </a:r>
          </a:p>
        </p:txBody>
      </p:sp>
      <p:sp>
        <p:nvSpPr>
          <p:cNvPr id="3" name="Subtitle 2">
            <a:extLst>
              <a:ext uri="{FF2B5EF4-FFF2-40B4-BE49-F238E27FC236}">
                <a16:creationId xmlns:a16="http://schemas.microsoft.com/office/drawing/2014/main" id="{28E2B777-02FF-E266-D08C-4F8C7CD47026}"/>
              </a:ext>
            </a:extLst>
          </p:cNvPr>
          <p:cNvSpPr>
            <a:spLocks noGrp="1"/>
          </p:cNvSpPr>
          <p:nvPr>
            <p:ph type="subTitle" idx="1"/>
          </p:nvPr>
        </p:nvSpPr>
        <p:spPr/>
        <p:txBody>
          <a:bodyPr/>
          <a:lstStyle/>
          <a:p>
            <a:r>
              <a:rPr lang="en-US" dirty="0"/>
              <a:t>From Code to Copilot</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2" y="365127"/>
            <a:ext cx="8928887" cy="703024"/>
          </a:xfrm>
        </p:spPr>
        <p:txBody>
          <a:bodyPr anchor="ctr">
            <a:normAutofit/>
          </a:bodyPr>
          <a:lstStyle/>
          <a:p>
            <a:r>
              <a:rPr lang="en-US" sz="4133" dirty="0"/>
              <a:t>John Michael Miller</a:t>
            </a:r>
          </a:p>
        </p:txBody>
      </p:sp>
      <p:graphicFrame>
        <p:nvGraphicFramePr>
          <p:cNvPr id="5" name="Content Placeholder 2">
            <a:extLst>
              <a:ext uri="{FF2B5EF4-FFF2-40B4-BE49-F238E27FC236}">
                <a16:creationId xmlns:a16="http://schemas.microsoft.com/office/drawing/2014/main" id="{964846E6-CB80-F8F9-C2F7-FF1AF5D1E33C}"/>
              </a:ext>
            </a:extLst>
          </p:cNvPr>
          <p:cNvGraphicFramePr>
            <a:graphicFrameLocks noGrp="1"/>
          </p:cNvGraphicFramePr>
          <p:nvPr>
            <p:ph idx="1"/>
          </p:nvPr>
        </p:nvGraphicFramePr>
        <p:xfrm>
          <a:off x="838200" y="1461483"/>
          <a:ext cx="10515600" cy="435133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Box 9">
            <a:extLst>
              <a:ext uri="{FF2B5EF4-FFF2-40B4-BE49-F238E27FC236}">
                <a16:creationId xmlns:a16="http://schemas.microsoft.com/office/drawing/2014/main" id="{4563C3D8-8C59-F7CE-EACA-05FA675FB223}"/>
              </a:ext>
            </a:extLst>
          </p:cNvPr>
          <p:cNvSpPr txBox="1"/>
          <p:nvPr/>
        </p:nvSpPr>
        <p:spPr>
          <a:xfrm>
            <a:off x="1162822" y="4522463"/>
            <a:ext cx="9866357" cy="1200329"/>
          </a:xfrm>
          <a:prstGeom prst="rect">
            <a:avLst/>
          </a:prstGeom>
          <a:noFill/>
        </p:spPr>
        <p:txBody>
          <a:bodyPr wrap="square">
            <a:spAutoFit/>
          </a:bodyPr>
          <a:lstStyle/>
          <a:p>
            <a:pPr algn="ctr" defTabSz="914377">
              <a:spcBef>
                <a:spcPts val="1000"/>
              </a:spcBef>
              <a:defRPr/>
            </a:pPr>
            <a:r>
              <a:rPr lang="en-US" sz="3200" b="1" dirty="0">
                <a:solidFill>
                  <a:schemeClr val="bg1"/>
                </a:solidFill>
                <a:latin typeface="Noto Sans" panose="020B0502040504020204" pitchFamily="34" charset="0"/>
                <a:ea typeface="Noto Sans" panose="020B0502040504020204" pitchFamily="34" charset="0"/>
                <a:cs typeface="Noto Sans" panose="020B0502040504020204" pitchFamily="34" charset="0"/>
              </a:rPr>
              <a:t>30 years of</a:t>
            </a:r>
            <a:br>
              <a:rPr lang="en-US" sz="3200" b="1" dirty="0">
                <a:solidFill>
                  <a:schemeClr val="bg1"/>
                </a:solidFill>
                <a:latin typeface="Noto Sans" panose="020B0502040504020204" pitchFamily="34" charset="0"/>
                <a:ea typeface="Noto Sans" panose="020B0502040504020204" pitchFamily="34" charset="0"/>
                <a:cs typeface="Noto Sans" panose="020B0502040504020204" pitchFamily="34" charset="0"/>
              </a:rPr>
            </a:br>
            <a:r>
              <a:rPr lang="en-US" sz="4000" b="1" i="1" dirty="0">
                <a:solidFill>
                  <a:schemeClr val="bg1"/>
                </a:solidFill>
                <a:latin typeface="Noto Sans" panose="020B0502040504020204" pitchFamily="34" charset="0"/>
                <a:ea typeface="Noto Sans" panose="020B0502040504020204" pitchFamily="34" charset="0"/>
                <a:cs typeface="Noto Sans" panose="020B0502040504020204" pitchFamily="34" charset="0"/>
              </a:rPr>
              <a:t>“Helping People Build Better Software” </a:t>
            </a:r>
          </a:p>
        </p:txBody>
      </p:sp>
      <p:grpSp>
        <p:nvGrpSpPr>
          <p:cNvPr id="2" name="Group 1">
            <a:extLst>
              <a:ext uri="{FF2B5EF4-FFF2-40B4-BE49-F238E27FC236}">
                <a16:creationId xmlns:a16="http://schemas.microsoft.com/office/drawing/2014/main" id="{21B6B861-B80F-C477-CF48-A326D6C71CC8}"/>
              </a:ext>
            </a:extLst>
          </p:cNvPr>
          <p:cNvGrpSpPr/>
          <p:nvPr/>
        </p:nvGrpSpPr>
        <p:grpSpPr>
          <a:xfrm>
            <a:off x="1859228" y="2539587"/>
            <a:ext cx="8473541" cy="1702628"/>
            <a:chOff x="1754518" y="2775029"/>
            <a:chExt cx="8473541" cy="1702628"/>
          </a:xfrm>
        </p:grpSpPr>
        <p:pic>
          <p:nvPicPr>
            <p:cNvPr id="8" name="Picture 7">
              <a:extLst>
                <a:ext uri="{FF2B5EF4-FFF2-40B4-BE49-F238E27FC236}">
                  <a16:creationId xmlns:a16="http://schemas.microsoft.com/office/drawing/2014/main" id="{01B0AE49-D889-DA43-76EC-052FA8D3C8A9}"/>
                </a:ext>
              </a:extLst>
            </p:cNvPr>
            <p:cNvPicPr>
              <a:picLocks noChangeAspect="1"/>
            </p:cNvPicPr>
            <p:nvPr/>
          </p:nvPicPr>
          <p:blipFill>
            <a:blip r:embed="rId3"/>
            <a:srcRect/>
            <a:stretch/>
          </p:blipFill>
          <p:spPr>
            <a:xfrm>
              <a:off x="1754518" y="2775029"/>
              <a:ext cx="1702628" cy="1702628"/>
            </a:xfrm>
            <a:prstGeom prst="rect">
              <a:avLst/>
            </a:prstGeom>
          </p:spPr>
        </p:pic>
        <p:pic>
          <p:nvPicPr>
            <p:cNvPr id="9" name="Picture 8">
              <a:extLst>
                <a:ext uri="{FF2B5EF4-FFF2-40B4-BE49-F238E27FC236}">
                  <a16:creationId xmlns:a16="http://schemas.microsoft.com/office/drawing/2014/main" id="{3C5B3F80-9858-338B-857D-9BCC67BD1329}"/>
                </a:ext>
              </a:extLst>
            </p:cNvPr>
            <p:cNvPicPr>
              <a:picLocks noChangeAspect="1"/>
            </p:cNvPicPr>
            <p:nvPr/>
          </p:nvPicPr>
          <p:blipFill>
            <a:blip r:embed="rId4"/>
            <a:srcRect/>
            <a:stretch/>
          </p:blipFill>
          <p:spPr>
            <a:xfrm>
              <a:off x="4011489" y="2775029"/>
              <a:ext cx="1702628" cy="1702628"/>
            </a:xfrm>
            <a:prstGeom prst="rect">
              <a:avLst/>
            </a:prstGeom>
          </p:spPr>
        </p:pic>
        <p:pic>
          <p:nvPicPr>
            <p:cNvPr id="6" name="Picture 5">
              <a:extLst>
                <a:ext uri="{FF2B5EF4-FFF2-40B4-BE49-F238E27FC236}">
                  <a16:creationId xmlns:a16="http://schemas.microsoft.com/office/drawing/2014/main" id="{C2950F5A-0F27-D695-C877-3746FF6463C4}"/>
                </a:ext>
              </a:extLst>
            </p:cNvPr>
            <p:cNvPicPr>
              <a:picLocks noChangeAspect="1"/>
            </p:cNvPicPr>
            <p:nvPr/>
          </p:nvPicPr>
          <p:blipFill>
            <a:blip r:embed="rId5"/>
            <a:srcRect/>
            <a:stretch/>
          </p:blipFill>
          <p:spPr>
            <a:xfrm>
              <a:off x="6268460" y="2775029"/>
              <a:ext cx="1702628" cy="1702628"/>
            </a:xfrm>
            <a:prstGeom prst="rect">
              <a:avLst/>
            </a:prstGeom>
          </p:spPr>
        </p:pic>
        <p:pic>
          <p:nvPicPr>
            <p:cNvPr id="7" name="Picture 6">
              <a:extLst>
                <a:ext uri="{FF2B5EF4-FFF2-40B4-BE49-F238E27FC236}">
                  <a16:creationId xmlns:a16="http://schemas.microsoft.com/office/drawing/2014/main" id="{8A9C37BE-12E3-7FD3-C1C2-B43C773EB0C1}"/>
                </a:ext>
              </a:extLst>
            </p:cNvPr>
            <p:cNvPicPr>
              <a:picLocks noChangeAspect="1"/>
            </p:cNvPicPr>
            <p:nvPr/>
          </p:nvPicPr>
          <p:blipFill>
            <a:blip r:embed="rId6"/>
            <a:srcRect/>
            <a:stretch/>
          </p:blipFill>
          <p:spPr>
            <a:xfrm>
              <a:off x="8525431" y="2775029"/>
              <a:ext cx="1702628" cy="1702628"/>
            </a:xfrm>
            <a:prstGeom prst="rect">
              <a:avLst/>
            </a:prstGeom>
          </p:spPr>
        </p:pic>
      </p:grpSp>
      <p:pic>
        <p:nvPicPr>
          <p:cNvPr id="3" name="Picture 2">
            <a:extLst>
              <a:ext uri="{FF2B5EF4-FFF2-40B4-BE49-F238E27FC236}">
                <a16:creationId xmlns:a16="http://schemas.microsoft.com/office/drawing/2014/main" id="{BC9242A6-5FE7-F8DF-D678-174A54FC556B}"/>
              </a:ext>
            </a:extLst>
          </p:cNvPr>
          <p:cNvPicPr>
            <a:picLocks noChangeAspect="1"/>
          </p:cNvPicPr>
          <p:nvPr/>
        </p:nvPicPr>
        <p:blipFill>
          <a:blip r:embed="rId7"/>
          <a:srcRect/>
          <a:stretch/>
        </p:blipFill>
        <p:spPr>
          <a:xfrm>
            <a:off x="3561857" y="1243627"/>
            <a:ext cx="5081523" cy="1511752"/>
          </a:xfrm>
          <a:prstGeom prst="rect">
            <a:avLst/>
          </a:prstGeom>
          <a:effectLst>
            <a:outerShdw blurRad="50800" dist="38100" dir="2700000" algn="tl" rotWithShape="0">
              <a:prstClr val="black">
                <a:alpha val="40000"/>
              </a:prstClr>
            </a:outerShdw>
          </a:effectLst>
        </p:spPr>
      </p:pic>
      <p:sp>
        <p:nvSpPr>
          <p:cNvPr id="4" name="Title 3">
            <a:extLst>
              <a:ext uri="{FF2B5EF4-FFF2-40B4-BE49-F238E27FC236}">
                <a16:creationId xmlns:a16="http://schemas.microsoft.com/office/drawing/2014/main" id="{EC98AFE7-29E2-22D6-22FE-D25CD6400190}"/>
              </a:ext>
            </a:extLst>
          </p:cNvPr>
          <p:cNvSpPr>
            <a:spLocks noGrp="1"/>
          </p:cNvSpPr>
          <p:nvPr>
            <p:ph type="title" idx="4294967295"/>
          </p:nvPr>
        </p:nvSpPr>
        <p:spPr/>
        <p:txBody>
          <a:bodyPr>
            <a:normAutofit/>
          </a:bodyPr>
          <a:lstStyle/>
          <a:p>
            <a:r>
              <a:rPr lang="en-US" sz="533" dirty="0">
                <a:solidFill>
                  <a:srgbClr val="05719C"/>
                </a:solidFill>
              </a:rPr>
              <a:t>CODE</a:t>
            </a:r>
          </a:p>
        </p:txBody>
      </p:sp>
    </p:spTree>
    <p:extLst>
      <p:ext uri="{BB962C8B-B14F-4D97-AF65-F5344CB8AC3E}">
        <p14:creationId xmlns:p14="http://schemas.microsoft.com/office/powerpoint/2010/main" val="391460760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ctr">
            <a:normAutofit/>
          </a:bodyPr>
          <a:lstStyle/>
          <a:p>
            <a:r>
              <a:rPr lang="en-US" sz="4133" dirty="0"/>
              <a:t>AI Assisted Software Development</a:t>
            </a:r>
          </a:p>
        </p:txBody>
      </p:sp>
      <p:sp>
        <p:nvSpPr>
          <p:cNvPr id="4" name="Text Placeholder 3">
            <a:extLst>
              <a:ext uri="{FF2B5EF4-FFF2-40B4-BE49-F238E27FC236}">
                <a16:creationId xmlns:a16="http://schemas.microsoft.com/office/drawing/2014/main" id="{1075A7DB-B027-FDC5-B4A8-471F34D97340}"/>
              </a:ext>
            </a:extLst>
          </p:cNvPr>
          <p:cNvSpPr>
            <a:spLocks noGrp="1"/>
          </p:cNvSpPr>
          <p:nvPr>
            <p:ph type="body" sz="quarter" idx="11"/>
          </p:nvPr>
        </p:nvSpPr>
        <p:spPr>
          <a:xfrm>
            <a:off x="900114" y="1444626"/>
            <a:ext cx="10391775" cy="4780493"/>
          </a:xfrm>
        </p:spPr>
        <p:txBody>
          <a:bodyPr>
            <a:normAutofit/>
          </a:bodyPr>
          <a:lstStyle/>
          <a:p>
            <a:r>
              <a:rPr lang="en-US" dirty="0"/>
              <a:t>Welcome</a:t>
            </a:r>
          </a:p>
          <a:p>
            <a:pPr marL="457189" indent="-457189">
              <a:buFont typeface="Arial" panose="020B0604020202020204" pitchFamily="34" charset="0"/>
              <a:buChar char="•"/>
            </a:pPr>
            <a:endParaRPr lang="en-US" dirty="0"/>
          </a:p>
          <a:p>
            <a:r>
              <a:rPr lang="en-US" dirty="0"/>
              <a:t>Introductions</a:t>
            </a:r>
          </a:p>
          <a:p>
            <a:pPr marL="1142971" lvl="1" indent="-457189"/>
            <a:r>
              <a:rPr lang="en-US" dirty="0"/>
              <a:t>Who you are</a:t>
            </a:r>
          </a:p>
          <a:p>
            <a:pPr marL="1142971" lvl="1" indent="-457189"/>
            <a:r>
              <a:rPr lang="en-US" dirty="0"/>
              <a:t>Who do you work for</a:t>
            </a:r>
          </a:p>
          <a:p>
            <a:pPr marL="1142971" lvl="1" indent="-457189"/>
            <a:r>
              <a:rPr lang="en-US" dirty="0"/>
              <a:t>What you do</a:t>
            </a:r>
          </a:p>
          <a:p>
            <a:pPr marL="1142971" lvl="1" indent="-457189"/>
            <a:r>
              <a:rPr lang="en-US" dirty="0"/>
              <a:t>What you’ve done with AI tools</a:t>
            </a:r>
          </a:p>
          <a:p>
            <a:pPr marL="1142971" lvl="1" indent="-457189"/>
            <a:r>
              <a:rPr lang="en-US" dirty="0"/>
              <a:t>What you want to learn</a:t>
            </a:r>
          </a:p>
        </p:txBody>
      </p:sp>
    </p:spTree>
  </p:cSld>
  <p:clrMapOvr>
    <a:masterClrMapping/>
  </p:clrMapOvr>
  <p:transition>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193</Words>
  <Application>Microsoft Office PowerPoint</Application>
  <PresentationFormat>Widescreen</PresentationFormat>
  <Paragraphs>25</Paragraphs>
  <Slides>4</Slides>
  <Notes>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vt:i4>
      </vt:variant>
    </vt:vector>
  </HeadingPairs>
  <TitlesOfParts>
    <vt:vector size="9" baseType="lpstr">
      <vt:lpstr>Aptos</vt:lpstr>
      <vt:lpstr>Aptos Display</vt:lpstr>
      <vt:lpstr>Arial</vt:lpstr>
      <vt:lpstr>Noto Sans</vt:lpstr>
      <vt:lpstr>Office Theme</vt:lpstr>
      <vt:lpstr>AI Assisted Software Development</vt:lpstr>
      <vt:lpstr>John Michael Miller</vt:lpstr>
      <vt:lpstr>CODE</vt:lpstr>
      <vt:lpstr>AI Assisted Software Development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John Miller</dc:creator>
  <cp:lastModifiedBy>John Miller</cp:lastModifiedBy>
  <cp:revision>1</cp:revision>
  <dcterms:created xsi:type="dcterms:W3CDTF">2026-03-05T23:10:47Z</dcterms:created>
  <dcterms:modified xsi:type="dcterms:W3CDTF">2026-03-05T23:11:22Z</dcterms:modified>
</cp:coreProperties>
</file>