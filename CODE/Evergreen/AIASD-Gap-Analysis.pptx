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notesMaster" Target="notesMasters/notesMaster1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this module as the bridge between architectural intent and real code. Compliance analysis ensures that AI-assisted and human-written code stays aligned with the rules defined in instruction files. This is how teams maintain evergreen quality in brownfield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Instruction files define the “north star” for your codebase. Compliance checks ensure that every change — AI-generated or human — aligns with those rules. This is essential for maintaining predictability in brownfield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Automation accelerates the compliance workflow. Instead of manually writing issues, AI can draft them instantly, leaving humans to validate and prioritize.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all technical debt is equal. Prioritization ensures that teams focus on the highest‑value remediation work first, rather than chasing low‑impact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Remediation plans turn issues into action. They provide clarity, reduce risk, and ensure that modernization work is incremental and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treat this as a real backlog‑building session. The goal is clarity and actionability, not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helps participants move from analysis to execution. The goal is to build modernization plans that are safe, thoughtful, and aligned with evergreen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Compliance &amp; Gap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Compliance &amp;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Comparing implementations against instruction files</a:t>
            </a:r>
          </a:p>
          <a:p>
            <a:pPr lvl="0"/>
            <a:r>
              <a:rPr/>
              <a:t>Automated issue generation from compliance gaps</a:t>
            </a:r>
          </a:p>
          <a:p>
            <a:pPr lvl="0"/>
            <a:r>
              <a:rPr/>
              <a:t>Prioritizing technical debt remediation</a:t>
            </a:r>
          </a:p>
          <a:p>
            <a:pPr lvl="0"/>
            <a:r>
              <a:rPr/>
              <a:t>Creating actionable remediation plans</a:t>
            </a:r>
          </a:p>
          <a:p>
            <a:pPr lvl="0"/>
            <a:r>
              <a:rPr/>
              <a:t>Exercises for hands‑on practice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Comparing Implementations Against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compare</a:t>
            </a:r>
          </a:p>
          <a:p>
            <a:pPr lvl="0"/>
            <a:r>
              <a:rPr/>
              <a:t>Coding standards</a:t>
            </a:r>
          </a:p>
          <a:p>
            <a:pPr lvl="0"/>
            <a:r>
              <a:rPr/>
              <a:t>Architectural boundaries</a:t>
            </a:r>
          </a:p>
          <a:p>
            <a:pPr lvl="0"/>
            <a:r>
              <a:rPr/>
              <a:t>Allowed/disallowed patterns</a:t>
            </a:r>
          </a:p>
          <a:p>
            <a:pPr lvl="0"/>
            <a:r>
              <a:rPr/>
              <a:t>Domain rules</a:t>
            </a:r>
          </a:p>
          <a:p>
            <a:pPr lvl="0"/>
            <a:r>
              <a:rPr/>
              <a:t>Documentation and provenance requirements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lvl="0"/>
            <a:r>
              <a:rPr/>
              <a:t>Prevents drift</a:t>
            </a:r>
          </a:p>
          <a:p>
            <a:pPr lvl="0"/>
            <a:r>
              <a:rPr/>
              <a:t>Ensures consistency</a:t>
            </a:r>
          </a:p>
          <a:p>
            <a:pPr lvl="0"/>
            <a:r>
              <a:rPr/>
              <a:t>Enables safe modernization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Automated Issue Generation From Compliance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generate:</a:t>
            </a:r>
          </a:p>
          <a:p>
            <a:pPr lvl="0"/>
            <a:r>
              <a:rPr/>
              <a:t>Issue titles</a:t>
            </a:r>
          </a:p>
          <a:p>
            <a:pPr lvl="0"/>
            <a:r>
              <a:rPr/>
              <a:t>Detailed descriptions</a:t>
            </a:r>
          </a:p>
          <a:p>
            <a:pPr lvl="0"/>
            <a:r>
              <a:rPr/>
              <a:t>Violated rules</a:t>
            </a:r>
          </a:p>
          <a:p>
            <a:pPr lvl="0"/>
            <a:r>
              <a:rPr/>
              <a:t>Suggested fixes</a:t>
            </a:r>
          </a:p>
          <a:p>
            <a:pPr lvl="0"/>
            <a:r>
              <a:rPr/>
              <a:t>Acceptance criteria</a:t>
            </a:r>
          </a:p>
          <a:p>
            <a:pPr lvl="0"/>
            <a:r>
              <a:rPr/>
              <a:t>Provenance metadata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Faster backlog creation</a:t>
            </a:r>
          </a:p>
          <a:p>
            <a:pPr lvl="0"/>
            <a:r>
              <a:rPr/>
              <a:t>Consistent issue structure</a:t>
            </a:r>
          </a:p>
          <a:p>
            <a:pPr lvl="0"/>
            <a:r>
              <a:rPr/>
              <a:t>Reduced manual review effort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Prioritizing Technical Debt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Prioritization factors</a:t>
            </a:r>
          </a:p>
          <a:p>
            <a:pPr lvl="0"/>
            <a:r>
              <a:rPr/>
              <a:t>Risk to stability</a:t>
            </a:r>
          </a:p>
          <a:p>
            <a:pPr lvl="0"/>
            <a:r>
              <a:rPr/>
              <a:t>Frequency of use</a:t>
            </a:r>
          </a:p>
          <a:p>
            <a:pPr lvl="0"/>
            <a:r>
              <a:rPr/>
              <a:t>Security implications</a:t>
            </a:r>
          </a:p>
          <a:p>
            <a:pPr lvl="0"/>
            <a:r>
              <a:rPr/>
              <a:t>Architectural importance</a:t>
            </a:r>
          </a:p>
          <a:p>
            <a:pPr lvl="0"/>
            <a:r>
              <a:rPr/>
              <a:t>Effort vs. impact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Approaches</a:t>
            </a:r>
          </a:p>
          <a:p>
            <a:pPr lvl="0"/>
            <a:r>
              <a:rPr/>
              <a:t>Impact/effort matrix</a:t>
            </a:r>
          </a:p>
          <a:p>
            <a:pPr lvl="0"/>
            <a:r>
              <a:rPr/>
              <a:t>Risk scoring</a:t>
            </a:r>
          </a:p>
          <a:p>
            <a:pPr lvl="0"/>
            <a:r>
              <a:rPr/>
              <a:t>Dependency analysis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Creating Actionable Remediation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strong remediation plan includes:</a:t>
            </a:r>
          </a:p>
          <a:p>
            <a:pPr lvl="0"/>
            <a:r>
              <a:rPr/>
              <a:t>Clear problem definition</a:t>
            </a:r>
          </a:p>
          <a:p>
            <a:pPr lvl="0"/>
            <a:r>
              <a:rPr/>
              <a:t>Root cause analysis</a:t>
            </a:r>
          </a:p>
          <a:p>
            <a:pPr lvl="0"/>
            <a:r>
              <a:rPr/>
              <a:t>Proposed solution</a:t>
            </a:r>
          </a:p>
          <a:p>
            <a:pPr lvl="0"/>
            <a:r>
              <a:rPr/>
              <a:t>Step‑by‑step implementation plan</a:t>
            </a:r>
          </a:p>
          <a:p>
            <a:pPr lvl="0"/>
            <a:r>
              <a:rPr/>
              <a:t>Rollback strategy</a:t>
            </a:r>
          </a:p>
          <a:p>
            <a:pPr lvl="0"/>
            <a:r>
              <a:rPr/>
              <a:t>Test updates</a:t>
            </a:r>
          </a:p>
          <a:p>
            <a:pPr lvl="0"/>
            <a:r>
              <a:rPr/>
              <a:t>Provenance metadata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Generate Issues to Make the Codebase Evergreen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15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Identify compliance gaps</a:t>
            </a:r>
          </a:p>
          <a:p>
            <a:pPr lvl="0"/>
            <a:r>
              <a:rPr/>
              <a:t>Convert gaps into actionable issues</a:t>
            </a:r>
          </a:p>
          <a:p>
            <a:pPr lvl="0"/>
            <a:r>
              <a:rPr/>
              <a:t>Apply consistent structure and provenance</a:t>
            </a:r>
          </a:p>
          <a:p>
            <a:pPr lvl="0"/>
            <a:r>
              <a:rPr/>
              <a:t>Prioritize issues based on risk and impact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a brownfield module or file.</a:t>
            </a:r>
          </a:p>
          <a:p>
            <a:pPr lvl="0" indent="-342900" marL="342900">
              <a:buAutoNum type="arabicPeriod"/>
            </a:pPr>
            <a:r>
              <a:rPr/>
              <a:t>Compare it against the project’s instruction file.</a:t>
            </a:r>
          </a:p>
          <a:p>
            <a:pPr lvl="0" indent="-342900" marL="342900">
              <a:buAutoNum type="arabicPeriod"/>
            </a:pPr>
            <a:r>
              <a:rPr/>
              <a:t>Ask AI to identify compliance gaps.</a:t>
            </a:r>
          </a:p>
          <a:p>
            <a:pPr lvl="0" indent="-342900" marL="342900">
              <a:buAutoNum type="arabicPeriod"/>
            </a:pPr>
            <a:r>
              <a:rPr/>
              <a:t>Convert each gap into a GitHub issue with:</a:t>
            </a:r>
          </a:p>
          <a:p>
            <a:pPr lvl="1"/>
            <a:r>
              <a:rPr/>
              <a:t>Title</a:t>
            </a:r>
          </a:p>
          <a:p>
            <a:pPr lvl="1"/>
            <a:r>
              <a:rPr/>
              <a:t>Description</a:t>
            </a:r>
          </a:p>
          <a:p>
            <a:pPr lvl="1"/>
            <a:r>
              <a:rPr/>
              <a:t>Violated rule</a:t>
            </a:r>
          </a:p>
          <a:p>
            <a:pPr lvl="1"/>
            <a:r>
              <a:rPr/>
              <a:t>Suggested remediation</a:t>
            </a:r>
          </a:p>
          <a:p>
            <a:pPr lvl="1"/>
            <a:r>
              <a:rPr/>
              <a:t>Acceptance criteria</a:t>
            </a:r>
          </a:p>
          <a:p>
            <a:pPr lvl="1"/>
            <a:r>
              <a:rPr/>
              <a:t>Provenance metadata</a:t>
            </a:r>
          </a:p>
          <a:p>
            <a:pPr lvl="0" indent="-342900" marL="342900">
              <a:buAutoNum type="arabicPeriod"/>
            </a:pPr>
            <a:r>
              <a:rPr/>
              <a:t>Prioritize the issues.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Issues are clear, actionable, and aligned with instruction files</a:t>
            </a:r>
          </a:p>
          <a:p>
            <a:pPr lvl="0"/>
            <a:r>
              <a:rPr/>
              <a:t>Provenance metadata is included</a:t>
            </a:r>
          </a:p>
          <a:p>
            <a:pPr lvl="0"/>
            <a:r>
              <a:rPr/>
              <a:t>Prioritization reflects real risk and effort</a:t>
            </a:r>
          </a:p>
          <a:p>
            <a:pPr lvl="0"/>
            <a:r>
              <a:rPr/>
              <a:t>Backlog is ready for team review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Create an Implementation Plan to Gracefully Make the Codebase Evergreen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20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Translate issues into a structured remediation plan</a:t>
            </a:r>
          </a:p>
          <a:p>
            <a:pPr lvl="0"/>
            <a:r>
              <a:rPr/>
              <a:t>Ensure changes are incremental and reversible</a:t>
            </a:r>
          </a:p>
          <a:p>
            <a:pPr lvl="0"/>
            <a:r>
              <a:rPr/>
              <a:t>Align modernization with evergreen principles</a:t>
            </a:r>
          </a:p>
          <a:p>
            <a:pPr lvl="0"/>
            <a:r>
              <a:rPr/>
              <a:t>Incorporate testing and rollback strategies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2–3 issues from the previous exercise.</a:t>
            </a:r>
          </a:p>
          <a:p>
            <a:pPr lvl="0" indent="-342900" marL="342900">
              <a:buAutoNum type="arabicPeriod"/>
            </a:pPr>
            <a:r>
              <a:rPr/>
              <a:t>For each issue, create a remediation plan including:</a:t>
            </a:r>
          </a:p>
          <a:p>
            <a:pPr lvl="1"/>
            <a:r>
              <a:rPr/>
              <a:t>Problem definition</a:t>
            </a:r>
          </a:p>
          <a:p>
            <a:pPr lvl="1"/>
            <a:r>
              <a:rPr/>
              <a:t>Root cause</a:t>
            </a:r>
          </a:p>
          <a:p>
            <a:pPr lvl="1"/>
            <a:r>
              <a:rPr/>
              <a:t>Proposed solution</a:t>
            </a:r>
          </a:p>
          <a:p>
            <a:pPr lvl="1"/>
            <a:r>
              <a:rPr/>
              <a:t>Step‑by‑step implementation</a:t>
            </a:r>
          </a:p>
          <a:p>
            <a:pPr lvl="1"/>
            <a:r>
              <a:rPr/>
              <a:t>Rollback plan</a:t>
            </a:r>
          </a:p>
          <a:p>
            <a:pPr lvl="1"/>
            <a:r>
              <a:rPr/>
              <a:t>Required test updates</a:t>
            </a:r>
          </a:p>
          <a:p>
            <a:pPr lvl="1"/>
            <a:r>
              <a:rPr/>
              <a:t>Documentation updates</a:t>
            </a:r>
          </a:p>
          <a:p>
            <a:pPr lvl="1"/>
            <a:r>
              <a:rPr/>
              <a:t>Provenance metadata</a:t>
            </a:r>
          </a:p>
          <a:p>
            <a:pPr lvl="0" indent="-342900" marL="342900">
              <a:buAutoNum type="arabicPeriod"/>
            </a:pPr>
            <a:r>
              <a:rPr/>
              <a:t>Review plans with a partner.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Plans are incremental, safe, and reversible</a:t>
            </a:r>
          </a:p>
          <a:p>
            <a:pPr lvl="0"/>
            <a:r>
              <a:rPr/>
              <a:t>Include clear steps and rollback strategies</a:t>
            </a:r>
          </a:p>
          <a:p>
            <a:pPr lvl="0"/>
            <a:r>
              <a:rPr/>
              <a:t>Align with evergreen development principles</a:t>
            </a:r>
          </a:p>
          <a:p>
            <a:pPr lvl="0"/>
            <a:r>
              <a:rPr/>
              <a:t>Include test and documentation updates</a:t>
            </a:r>
          </a:p>
          <a:p>
            <a:pPr lvl="0"/>
            <a:r>
              <a:rPr/>
              <a:t>Provenance metadata is present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&amp; Gap Analysis</dc:title>
  <dc:creator/>
  <cp:keywords/>
  <dcterms:created xsi:type="dcterms:W3CDTF">2026-02-04T21:04:35Z</dcterms:created>
  <dcterms:modified xsi:type="dcterms:W3CDTF">2026-02-04T21:04:35Z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