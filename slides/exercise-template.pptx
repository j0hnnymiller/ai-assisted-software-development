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C6CEF-1FAF-4AF0-8A17-7D3E07FD047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C8D94-90B3-4406-8D32-CCEA36B92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**Lab 1: Getting Started with GitHub Copilot**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**Duration:**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20-30 minutes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**Prerequisites:**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Code installed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Objectives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Install and configure GitHub Copilot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Verify authentication with GitHub account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Explore the Copilot UI components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Activities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Install GitHub Copilot extension from VS Code marketplace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Sign in with your GitHub account (verify Copilot subscription)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Locate and explore: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Chat window and chat history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New chat button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Quick chat feature (keyboard shortcut)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Settings menu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Model selection dropdown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Check your premium token usage bar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Create a new chat and experiment with the interface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Success Criteria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Copilot extension installed and authenticated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Can open/close chat windows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Understand difference between main chat and quick chat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Know where to find chat history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9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58B4-D806-8105-DA68-59303BCBC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99B75-A32B-5F4C-183A-65739A9C9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BAC3-8BAF-76C3-5648-BD0F4CF4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8A79-2428-550B-5FC9-F59417E6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9F08-03EC-338A-E093-AF81D371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DB03-3EDF-D7C4-DC43-E59157A1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2938-E559-03B7-170E-A701D35A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0848A-2B95-D778-93F8-289CDD28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96F4C-FB13-F861-FA27-753C5FA8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204B-720E-EB11-D177-CB93ADAE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2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A6C5-3683-D133-8E8D-BA4200F0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AB24-AE35-C94D-032E-AD686EE2B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B87D-05EF-5DBE-A12A-16703A44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3250D-6487-C23B-B267-D5DBB3F5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619BD-6E50-A406-8F59-EE08BADD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2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BADB2-11D1-59B1-2FA3-1842378A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042C-5EA8-A61B-28DA-720BF3C21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5E851-5FF9-6DCF-F780-EEA3A9060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39F5-C77E-12D4-D463-859E4B0A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711CB-60E5-9428-D2A7-392183D4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EB9DF-6F47-487F-C5E6-A94E9CC9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0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D647-0E1D-6925-F84E-25ED33F1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F7FEA-C259-6230-8760-3CA87DA00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63683-DACB-AE1F-2D29-7960B2186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FB05F-375D-7218-D924-FF70BC0A9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FC770-0447-5AF4-EE8A-FDEBAD762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7D442-51BD-CD14-79EA-144A31C5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412E6-E532-C488-6773-A2688DD5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23FD7B-C8E4-E67F-AF85-5136028D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2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3A67-2CA6-8768-033D-CD8F1DC8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2CCA3-18C9-8605-25F4-F6622209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20CCE-FC6F-3DB1-75C7-8A466FFE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CD00C-D77A-C69F-6B95-EE42EECB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D985C-BB13-DA3E-9B8D-76ED59D8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B5CD4-6CC0-0C4B-F922-C9DA56D1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DB70C-A965-1F1F-8D63-57EEE49C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6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DCC3-7E0A-AEA5-3DDD-962BEEAD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E52B-FCA9-1440-174A-F8AE23B6E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DAD1-871D-975B-8D5D-3E02109EF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40DFB-2F5F-1206-505F-9805ECD8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11642-F0E4-D26A-390F-B0D5EA93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CD4CA-DF18-D28D-EE07-4657FFCC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A054-2DB0-4BA7-EF6D-E7E7FB08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1E88C-1413-5080-FA1B-62484BE5C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17154-903A-E6A5-7755-88DD316A8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CCE9-400F-885B-0302-B64A0271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7BB3D-CB72-FDA4-4D21-937E63F9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6F857-734E-A574-C70A-4F01BA07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2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35A6-89AB-5207-D5E9-09B28095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0E040-1D6F-48F5-8A95-702D36940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CB02-6F23-CEE7-C8EC-FC818AC2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47989-A3A4-862B-5F9C-CC8C2369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F0AD6-4E17-C142-3A3C-D2034037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4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B1404-B9EA-885D-208B-27C78BBAF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C047-089A-01A3-F4B5-400753445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D8F60-345E-BDC3-576D-522246FF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6825E-7D19-F6FE-1121-D49E6C5D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3C2A0-84D4-0D68-EE16-D8B55782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7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34C239-099E-F79C-0A1F-CE0FDD0D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C0EB8-209B-D19F-E507-E4A5481F1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F6A7C-DBFD-F7A9-32B9-61567E530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1923E-AB74-419D-B1F5-41B33967C04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4BE11-E014-1232-8109-D7BC49C2F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B83C-3DC3-EE5A-C1CF-3F0103802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0739D-12BB-4F77-9DE0-B1D15783D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0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3240-B859-31D6-6B9C-0848F31F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67" dirty="0"/>
              <a:t>Exercise: {{Slide-Title}}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E06A-A98C-5A6F-2203-AD384D1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Duration:</a:t>
            </a:r>
            <a:r>
              <a:rPr lang="en-US" dirty="0"/>
              <a:t> {{Duration}}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{{objective}}</a:t>
            </a:r>
          </a:p>
          <a:p>
            <a:r>
              <a:rPr lang="en-US" dirty="0"/>
              <a:t>{{objective}}</a:t>
            </a:r>
          </a:p>
          <a:p>
            <a:r>
              <a:rPr lang="en-US" dirty="0"/>
              <a:t>{{objective}}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endParaRPr lang="en-US" dirty="0"/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{{activity}}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{{activity}}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{{activity}} :</a:t>
            </a:r>
          </a:p>
          <a:p>
            <a:pPr lvl="1"/>
            <a:r>
              <a:rPr lang="en-US" dirty="0"/>
              <a:t>{{activity-task}}</a:t>
            </a:r>
          </a:p>
          <a:p>
            <a:pPr lvl="1"/>
            <a:r>
              <a:rPr lang="en-US" dirty="0"/>
              <a:t>{{activity-task}}</a:t>
            </a:r>
          </a:p>
          <a:p>
            <a:pPr lvl="1"/>
            <a:r>
              <a:rPr lang="en-US" dirty="0"/>
              <a:t>{{activity-task}}</a:t>
            </a:r>
          </a:p>
          <a:p>
            <a:pPr lvl="1"/>
            <a:endParaRPr lang="en-US" dirty="0"/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{{activity}}</a:t>
            </a:r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{{activity}}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</a:p>
          <a:p>
            <a:pPr lvl="1"/>
            <a:r>
              <a:rPr lang="en-US" dirty="0"/>
              <a:t>{{criteria}}</a:t>
            </a:r>
          </a:p>
          <a:p>
            <a:pPr lvl="1"/>
            <a:r>
              <a:rPr lang="en-US" dirty="0"/>
              <a:t>{{criteria}}</a:t>
            </a:r>
          </a:p>
          <a:p>
            <a:pPr lvl="1"/>
            <a:r>
              <a:rPr lang="en-US" dirty="0"/>
              <a:t>{{criteria}}</a:t>
            </a:r>
          </a:p>
          <a:p>
            <a:pPr lvl="1"/>
            <a:r>
              <a:rPr lang="en-US"/>
              <a:t>{{criteria}}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19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222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Exercise: {{Slide-Title}}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2026-03-15T20:46:01Z</dcterms:created>
  <dcterms:modified xsi:type="dcterms:W3CDTF">2026-03-15T20:51:19Z</dcterms:modified>
</cp:coreProperties>
</file>