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67EB716-A7ED-4CE8-8BE4-EDC640173324}">
          <p14:sldIdLst/>
        </p14:section>
        <p14:section name="Generating Implementation Prompts &amp; Verification" id="{210A5688-DD70-4391-B498-49B9DEE6DB85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C4193-AA4A-45D2-9E22-5AC2D83A74A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B08868-CFD9-4FE6-83D4-9B27D69D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2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Teach how to craft reproducible prompts and verification checks to validate generated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Execute prompts in custom modes, verify outputs, and refine prompts based on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E24F-88A8-BCB9-0B5E-CC2A1F0EA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06449-66B5-413B-822B-4E79EE558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F8BF9-A020-132E-A834-10D0FD17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94F5F-A7BF-264C-812D-864B3D23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77F0B-AD20-851B-4BF6-A5C21779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4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B890-A40F-E00A-F371-DF3EC092E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CA0AD-81B0-D2AC-1F6E-E2DCD9EB7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8DEC2-C5E4-BE99-81A3-B4B6C659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A7BDD-0E55-54F9-43C5-406A1945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17531-8222-0CFF-C8E0-7C23D8FE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1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961EB-B215-A7A6-21B8-B51174BB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D52F5-F236-787B-3142-E541A4F25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F538B-6737-FACF-AE2D-013C0ED8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44182-570B-999F-1FB2-FE5B88DB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665CE-1395-9E1E-F5D8-D4DA94D3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6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BFB9-FF34-2C33-7B68-9874DCF42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E861-0132-1784-AA02-9A4FBEFB9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13AA0-1E97-2401-4B3C-291C5F0F0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EAC56-2B52-8F3D-50AE-EA0E638B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FBBBF-DB7E-7924-794B-08A6BAA8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A06A1-45D5-5A08-CF25-8138D484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6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E769-6EBE-7CCC-10B9-2D6E225D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95DF7-F99B-C45C-AD99-C09469090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1D9F6-4CE0-F0F9-C501-C43E8F236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8B07D-5927-2B3B-C245-C5366E738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6A4B4-13C0-1AE6-983D-A4A8C3930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CA4CB-9558-B4F4-8FFC-A82BD5B8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DD6CB-F9E6-9328-A235-060AFF54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A787C-AA3A-1D7F-C812-B4BF32F0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4DF0-C63A-9057-A640-0E1D931B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7C61B-EACB-13D9-E274-9175567C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899AD-0D6F-4022-4B85-A20EB922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B94E-09D7-0E75-6B20-91C0363E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2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C27C-B7F6-90F1-B739-C6B0BF2BC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8410ED-A6A9-FFAC-C62B-40B3F73F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492C7-1527-32B2-55DC-9FC0567B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0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3F2E-17AB-39B0-48FA-515C6C31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9D93C-7D05-16ED-CD6E-7CE14656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0022F-F833-641C-67EA-11108A990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5C269-35EF-78A4-0CFE-4497934D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63A5F-EC85-5B53-E015-ECC93BA2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23B26-751E-F84A-6A8B-994B8DA0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1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9F5C5-126B-332F-093B-03265C25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FC162-3C77-7EE7-5B67-08BA15A5C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1B79D-A54E-EA01-52C2-66CFBBCB3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EC57E-D50E-F7F1-D7C2-196BA85D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090D4-E49F-E8C4-884A-DB5FC282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DAACD-66DC-473E-59E4-0CB88F43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0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B2F9-5BB1-BDEC-9EB6-86502057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25627-5461-A515-139A-B2AF69C13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40BC6-9929-AD61-3219-77D24F7D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ABDDC-A3C7-2F5E-297E-2D424138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3C759-E90A-3A48-ADF9-C7FCB624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2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396B1-FB8A-BED1-6D3A-A06B25F87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7E4B8-DCFF-66C8-DBC6-EAC42E1DB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37D36-2253-396F-47D0-B5CA0509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E3EB0-DB7A-1C54-E820-900AE8B0F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6C9E1-C0C0-163E-C887-9F868AF2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0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DA6EF-6BD4-222A-2069-F60AA4CF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30254-70C0-EA4E-DA6A-92216F9A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92E76-AABE-CA94-24DF-426C9DE09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EA269-7691-4C26-8C49-923991A7158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50966-FFFD-509B-EA70-ED800FFA2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98277-8EE2-06E2-BFF0-6DF71AA9C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856C7-6E51-433A-8664-27C4FA326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Generating Implementation Prompts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Implementation prompts</a:t>
            </a:r>
          </a:p>
          <a:p>
            <a:pPr lvl="0"/>
            <a:r>
              <a:t>Implementation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667" dirty="0"/>
              <a:t>Exercise</a:t>
            </a:r>
            <a:r>
              <a:rPr lang="en-US" sz="2667" dirty="0"/>
              <a:t>:</a:t>
            </a:r>
            <a:r>
              <a:rPr sz="2667" dirty="0"/>
              <a:t> </a:t>
            </a:r>
            <a:r>
              <a:rPr lang="en-US" sz="2667" dirty="0"/>
              <a:t>Running Implementation</a:t>
            </a:r>
            <a:r>
              <a:rPr sz="2667" dirty="0"/>
              <a:t>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b="1" dirty="0"/>
              <a:t>Objective</a:t>
            </a:r>
            <a:r>
              <a:rPr dirty="0"/>
              <a:t>: Execute implementation prompts using custom chat modes.</a:t>
            </a:r>
          </a:p>
          <a:p>
            <a:pPr lvl="0"/>
            <a:r>
              <a:rPr lang="en-US" dirty="0"/>
              <a:t>Pair with another attendee</a:t>
            </a:r>
          </a:p>
          <a:p>
            <a:pPr lvl="0"/>
            <a:r>
              <a:rPr lang="en-US" dirty="0"/>
              <a:t>Assign a slice to the pair in GitHub</a:t>
            </a:r>
          </a:p>
          <a:p>
            <a:pPr lvl="1"/>
            <a:r>
              <a:rPr lang="en-US" dirty="0"/>
              <a:t>If the issue has a dependency on another slice work with the pair owning the slice</a:t>
            </a:r>
          </a:p>
          <a:p>
            <a:pPr lvl="0"/>
            <a:r>
              <a:rPr dirty="0"/>
              <a:t>Review the </a:t>
            </a:r>
            <a:r>
              <a:rPr lang="en-US" dirty="0"/>
              <a:t>slice implementation prompt for errors and omissions</a:t>
            </a:r>
          </a:p>
          <a:p>
            <a:pPr lvl="0"/>
            <a:r>
              <a:rPr lang="en-US" dirty="0"/>
              <a:t>Run the implementation prompt on a branch of the greenfield branch</a:t>
            </a:r>
          </a:p>
          <a:p>
            <a:pPr lvl="0"/>
            <a:r>
              <a:rPr lang="en-US" dirty="0"/>
              <a:t>Review the implementation</a:t>
            </a:r>
          </a:p>
          <a:p>
            <a:pPr lvl="0"/>
            <a:r>
              <a:rPr dirty="0"/>
              <a:t>Verify implementation passes verification checks</a:t>
            </a:r>
            <a:endParaRPr lang="en-US" dirty="0"/>
          </a:p>
          <a:p>
            <a:pPr lvl="0"/>
            <a:r>
              <a:rPr lang="en-US" dirty="0"/>
              <a:t>Create a PR and resolve any comments added by Copilot</a:t>
            </a:r>
          </a:p>
          <a:p>
            <a:pPr lvl="0"/>
            <a:r>
              <a:rPr lang="en-US" dirty="0"/>
              <a:t>Merge the branch with the greenfield branch</a:t>
            </a:r>
          </a:p>
          <a:p>
            <a:pPr lvl="0"/>
            <a:r>
              <a:rPr lang="en-US" dirty="0"/>
              <a:t>Switch pairs</a:t>
            </a:r>
          </a:p>
          <a:p>
            <a:pPr lvl="0"/>
            <a:r>
              <a:rPr lang="en-US" dirty="0"/>
              <a:t>Repeat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Generating Implementation Prompts &amp; Verification</vt:lpstr>
      <vt:lpstr>Exercise: Running Implementation Prompts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2</cp:revision>
  <dcterms:created xsi:type="dcterms:W3CDTF">2026-03-05T21:31:12Z</dcterms:created>
  <dcterms:modified xsi:type="dcterms:W3CDTF">2026-03-05T21:33:24Z</dcterms:modified>
</cp:coreProperties>
</file>