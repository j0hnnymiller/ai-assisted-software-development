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4"/>
  </p:sldMasterIdLst>
  <p:notesMasterIdLst>
    <p:notesMasterId r:id="rId9"/>
  </p:notesMasterIdLst>
  <p:sldIdLst>
    <p:sldId id="2141411853" r:id="rId5"/>
    <p:sldId id="2141411854" r:id="rId6"/>
    <p:sldId id="2141411852" r:id="rId7"/>
    <p:sldId id="214141185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47" d="100"/>
          <a:sy n="47" d="100"/>
        </p:scale>
        <p:origin x="444" y="24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acebook.com/codemag" TargetMode="External"/><Relationship Id="rId2" Type="http://schemas.openxmlformats.org/officeDocument/2006/relationships/hyperlink" Target="mailto:info@codemag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twitter.com/codemagaz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109E-277E-1A49-C046-65ED9CD1A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65BA7-4882-C19A-7D89-1C49BD7C0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814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9398-638C-4D4E-B7BE-A130635C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F4BA-F1E6-299E-6452-8C569AF25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367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B6B861-B80F-C477-CF48-A326D6C71CC8}"/>
              </a:ext>
            </a:extLst>
          </p:cNvPr>
          <p:cNvGrpSpPr/>
          <p:nvPr/>
        </p:nvGrpSpPr>
        <p:grpSpPr>
          <a:xfrm>
            <a:off x="1859228" y="2539586"/>
            <a:ext cx="8473541" cy="1702628"/>
            <a:chOff x="1754518" y="2775029"/>
            <a:chExt cx="8473541" cy="17026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B0AE49-D889-DA43-76EC-052FA8D3C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754518" y="2775029"/>
              <a:ext cx="1702628" cy="17026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5B3F80-9858-338B-857D-9BCC67BD1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11489" y="2775029"/>
              <a:ext cx="1702628" cy="170262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950F5A-0F27-D695-C877-3746FF646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268460" y="2775029"/>
              <a:ext cx="1702628" cy="17026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9C37BE-12E3-7FD3-C1C2-B43C773E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525431" y="2775029"/>
              <a:ext cx="1702628" cy="170262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9242A6-5FE7-F8DF-D678-174A54FC55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81593" y="365801"/>
            <a:ext cx="6028812" cy="20080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607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84E9-2E00-14E1-1A29-58C399E608EC}"/>
              </a:ext>
            </a:extLst>
          </p:cNvPr>
          <p:cNvSpPr txBox="1">
            <a:spLocks/>
          </p:cNvSpPr>
          <p:nvPr/>
        </p:nvSpPr>
        <p:spPr>
          <a:xfrm>
            <a:off x="838200" y="1663700"/>
            <a:ext cx="10515600" cy="20848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Q&amp;A</a:t>
            </a:r>
          </a:p>
          <a:p>
            <a:pPr algn="ctr"/>
            <a:endParaRPr lang="en-US" sz="43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43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Contact us with questions!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020B1-5E48-DEB2-3BA8-F3C0F48DB8EA}"/>
              </a:ext>
            </a:extLst>
          </p:cNvPr>
          <p:cNvSpPr txBox="1">
            <a:spLocks/>
          </p:cNvSpPr>
          <p:nvPr/>
        </p:nvSpPr>
        <p:spPr>
          <a:xfrm>
            <a:off x="1013952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 Contact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info@codemag.com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facebook.com/codemag</a:t>
            </a:r>
            <a:b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twitter.com/codemagazine</a:t>
            </a:r>
            <a:endParaRPr lang="en-US" sz="18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1CE1901-0EE7-2B78-EEE2-58FE6EE08975}"/>
              </a:ext>
            </a:extLst>
          </p:cNvPr>
          <p:cNvSpPr txBox="1">
            <a:spLocks/>
          </p:cNvSpPr>
          <p:nvPr/>
        </p:nvSpPr>
        <p:spPr>
          <a:xfrm>
            <a:off x="6705603" y="4344072"/>
            <a:ext cx="4472447" cy="1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Presenter Contact</a:t>
            </a:r>
          </a:p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u="sng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markus@codemag.com</a:t>
            </a:r>
            <a:endParaRPr lang="en-US" sz="1800" u="sng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217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7004330F6D8B418A43481AAFC77453" ma:contentTypeVersion="11" ma:contentTypeDescription="Create a new document." ma:contentTypeScope="" ma:versionID="a553cd1e91d4ed4e4b4e68b986b3777a">
  <xsd:schema xmlns:xsd="http://www.w3.org/2001/XMLSchema" xmlns:xs="http://www.w3.org/2001/XMLSchema" xmlns:p="http://schemas.microsoft.com/office/2006/metadata/properties" xmlns:ns2="6825521c-5c46-4303-bee9-36736f0bcc89" xmlns:ns3="c09f948e-1aab-48b8-a9c0-8d75b91a9c02" targetNamespace="http://schemas.microsoft.com/office/2006/metadata/properties" ma:root="true" ma:fieldsID="8405c573feb452d1cc24567bb097e92b" ns2:_="" ns3:_="">
    <xsd:import namespace="6825521c-5c46-4303-bee9-36736f0bcc89"/>
    <xsd:import namespace="c09f948e-1aab-48b8-a9c0-8d75b91a9c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5521c-5c46-4303-bee9-36736f0bc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3377a4a-4c81-44ab-ac96-2fc685daae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f948e-1aab-48b8-a9c0-8d75b91a9c0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d61c9b3-202b-426e-a49f-1a59737401c2}" ma:internalName="TaxCatchAll" ma:showField="CatchAllData" ma:web="c09f948e-1aab-48b8-a9c0-8d75b91a9c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9f948e-1aab-48b8-a9c0-8d75b91a9c02" xsi:nil="true"/>
    <lcf76f155ced4ddcb4097134ff3c332f xmlns="6825521c-5c46-4303-bee9-36736f0bcc8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8BC360-EFEA-487E-B71F-DA0B6624A4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25521c-5c46-4303-bee9-36736f0bcc89"/>
    <ds:schemaRef ds:uri="c09f948e-1aab-48b8-a9c0-8d75b91a9c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E28247-2048-4F9E-B077-51A8ACA44A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5A8386-B47F-46E3-B317-9133D59AE7A7}">
  <ds:schemaRefs>
    <ds:schemaRef ds:uri="http://schemas.microsoft.com/office/2006/metadata/properties"/>
    <ds:schemaRef ds:uri="http://schemas.microsoft.com/office/infopath/2007/PartnerControls"/>
    <ds:schemaRef ds:uri="c09f948e-1aab-48b8-a9c0-8d75b91a9c02"/>
    <ds:schemaRef ds:uri="6825521c-5c46-4303-bee9-36736f0bcc8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Noto Sans</vt:lpstr>
      <vt:lpstr>Victor Mono</vt:lpstr>
      <vt:lpstr>CODE Training</vt:lpstr>
      <vt:lpstr>PowerPoint Presentation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3</cp:revision>
  <dcterms:created xsi:type="dcterms:W3CDTF">2025-10-19T18:09:53Z</dcterms:created>
  <dcterms:modified xsi:type="dcterms:W3CDTF">2026-03-12T15:10:45Z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