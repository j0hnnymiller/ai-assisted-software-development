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covers requirements-driven development, calculator app requirements, and repo management strategies. Exercises focus on requirements analysis and project reset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Key points: Start with requirements, avoid using old implementations, use AI for comprehensive drafts, pare down as needed, repo management (reset vs revert).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Speaker discussed using the prompt: “Create a requirements document for a new calculator desktop application and then I added don’t use any of the existing implementation format.”</a:t>
            </a:r>
          </a:p>
          <a:p>
            <a:pPr lvl="0" indent="0" marL="0">
              <a:buNone/>
            </a:pPr>
          </a:p>
          <a:p>
            <a:pPr lvl="0"/>
            <a:r>
              <a:rPr/>
              <a:t>AI-generated requirements are more comprehensive; easier to pare down than build up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Prompt: Create a requirements document for a new calculator desktop application and then I added don’t use any of the existing implementation format.</a:t>
            </a:r>
          </a:p>
          <a:p>
            <a:pPr lvl="0" indent="0" marL="0">
              <a:buNone/>
            </a:pPr>
          </a:p>
          <a:p>
            <a:pPr lvl="0"/>
            <a:r>
              <a:rPr/>
              <a:t>Acceptance criteria: correct results, usability without training, quick startup, compatibility and security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Speaker notes: Discussed approaches to resetting repo, keeping history, and using Visual Studio for manual management.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Prompt: Reset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Create a requirements document for a new calculator desktop application and then I added don’t use any of the existing implementation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Reset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discuss their approaches, challenges, and lessons learned from requirements analysis and repo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 Training Day 4 Afternoon Session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Importance of starting with clear requirements</a:t>
            </a:r>
          </a:p>
          <a:p>
            <a:pPr lvl="0"/>
            <a:r>
              <a:rPr/>
              <a:t>Creating requirements documents for new applications</a:t>
            </a:r>
          </a:p>
          <a:p>
            <a:pPr lvl="0"/>
            <a:r>
              <a:rPr/>
              <a:t>Using AI to draft and refine requirements</a:t>
            </a:r>
          </a:p>
          <a:p>
            <a:pPr lvl="0"/>
            <a:r>
              <a:rPr/>
              <a:t>Managing project history and branches in Git</a:t>
            </a:r>
          </a:p>
          <a:p>
            <a:pPr lvl="0"/>
            <a:r>
              <a:rPr/>
              <a:t>Strategies for resetting or reverting a repository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Requirements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Begin with a well-known domain for easier requirements gathering</a:t>
            </a:r>
          </a:p>
          <a:p>
            <a:pPr lvl="0"/>
            <a:r>
              <a:rPr/>
              <a:t>Use AI to generate a comprehensive first draft</a:t>
            </a:r>
          </a:p>
          <a:p>
            <a:pPr lvl="0"/>
            <a:r>
              <a:rPr/>
              <a:t>Refine requirements to match project scope</a:t>
            </a:r>
          </a:p>
          <a:p>
            <a:pPr lvl="0"/>
            <a:r>
              <a:rPr/>
              <a:t>Example: Calculator desktop application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Calculator Application Requirements (Key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Standalone desktop app (Windows, Mac OS, Linux)</a:t>
            </a:r>
          </a:p>
          <a:p>
            <a:pPr lvl="0"/>
            <a:r>
              <a:rPr/>
              <a:t>Basic arithmetic and scientific functions</a:t>
            </a:r>
          </a:p>
          <a:p>
            <a:pPr lvl="0"/>
            <a:r>
              <a:rPr/>
              <a:t>Memory operations and calculation history</a:t>
            </a:r>
          </a:p>
          <a:p>
            <a:pPr lvl="0"/>
            <a:r>
              <a:rPr/>
              <a:t>Intuitive graphical user interface</a:t>
            </a:r>
          </a:p>
          <a:p>
            <a:pPr lvl="0"/>
            <a:r>
              <a:rPr/>
              <a:t>Error handling and validation</a:t>
            </a:r>
          </a:p>
          <a:p>
            <a:pPr lvl="0"/>
            <a:r>
              <a:rPr/>
              <a:t>User classes: general users, students, professionals</a:t>
            </a:r>
          </a:p>
          <a:p>
            <a:pPr lvl="0"/>
            <a:r>
              <a:rPr/>
              <a:t>Non-functional: reliability, usability, scalability, portability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 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branches to isolate new work</a:t>
            </a:r>
          </a:p>
          <a:p>
            <a:pPr lvl="0"/>
            <a:r>
              <a:rPr/>
              <a:t>Remove old implementations for clean starts</a:t>
            </a:r>
          </a:p>
          <a:p>
            <a:pPr lvl="0"/>
            <a:r>
              <a:rPr/>
              <a:t>Hard reset vs revert: reset removes commits, revert undoes changes but preserves history</a:t>
            </a:r>
          </a:p>
          <a:p>
            <a:pPr lvl="0"/>
            <a:r>
              <a:rPr/>
              <a:t>Manual repo management can be simpler for some workflows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20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Analyze requirements for a new calculator application</a:t>
            </a:r>
          </a:p>
          <a:p>
            <a:pPr lvl="0"/>
            <a:r>
              <a:rPr/>
              <a:t>Identify gaps or ambiguities</a:t>
            </a:r>
          </a:p>
          <a:p>
            <a:pPr lvl="0"/>
            <a:r>
              <a:rPr/>
              <a:t>Suggest improvements or clarifications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Review the provided requirements document</a:t>
            </a:r>
          </a:p>
          <a:p>
            <a:pPr lvl="0" indent="-342900" marL="342900">
              <a:buAutoNum type="arabicPeriod"/>
            </a:pPr>
            <a:r>
              <a:rPr/>
              <a:t>List any missing features or unclear points</a:t>
            </a:r>
          </a:p>
          <a:p>
            <a:pPr lvl="0" indent="-342900" marL="342900">
              <a:buAutoNum type="arabicPeriod"/>
            </a:pPr>
            <a:r>
              <a:rPr/>
              <a:t>Propose refinements or additions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Comprehensive list of requirements gaps</a:t>
            </a:r>
          </a:p>
          <a:p>
            <a:pPr lvl="0"/>
            <a:r>
              <a:rPr/>
              <a:t>Clear suggestions for improvement</a:t>
            </a:r>
          </a:p>
          <a:p>
            <a:pPr lvl="0"/>
            <a:r>
              <a:rPr/>
              <a:t>Documented rationale for changes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Repo Reset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15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Practice resetting or reverting a repository</a:t>
            </a:r>
          </a:p>
          <a:p>
            <a:pPr lvl="0"/>
            <a:r>
              <a:rPr/>
              <a:t>Understand implications of each approach</a:t>
            </a:r>
          </a:p>
          <a:p>
            <a:pPr lvl="0"/>
            <a:r>
              <a:rPr/>
              <a:t>Maintain useful instruction files and history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Identify the initial commit or clean branch</a:t>
            </a:r>
          </a:p>
          <a:p>
            <a:pPr lvl="0" indent="-342900" marL="342900">
              <a:buAutoNum type="arabicPeriod"/>
            </a:pPr>
            <a:r>
              <a:rPr/>
              <a:t>Perform a reset or revert (manual or via tool)</a:t>
            </a:r>
          </a:p>
          <a:p>
            <a:pPr lvl="0" indent="-342900" marL="342900">
              <a:buAutoNum type="arabicPeriod"/>
            </a:pPr>
            <a:r>
              <a:rPr/>
              <a:t>Restore or recreate necessary instruction files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Repo is reset or reverted as intended</a:t>
            </a:r>
          </a:p>
          <a:p>
            <a:pPr lvl="0"/>
            <a:r>
              <a:rPr/>
              <a:t>Instruction files are preserved or restored</a:t>
            </a:r>
          </a:p>
          <a:p>
            <a:pPr lvl="0"/>
            <a:r>
              <a:rPr/>
              <a:t>Project history is maintained appropriately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Questions about requirements documents</a:t>
            </a:r>
          </a:p>
          <a:p>
            <a:pPr lvl="0"/>
            <a:r>
              <a:rPr/>
              <a:t>Comments on repo management strategies</a:t>
            </a:r>
          </a:p>
          <a:p>
            <a:pPr lvl="0"/>
            <a:r>
              <a:rPr/>
              <a:t>Sharing experiences with AI-assisted development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2026-02-05T19:00:40Z</dcterms:created>
  <dcterms:modified xsi:type="dcterms:W3CDTF">2026-02-05T19:00:40Z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