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5CF7AA-79C2-4C44-9DF5-02942ED41D5E}">
          <p14:sldIdLst/>
        </p14:section>
        <p14:section name="AI Practitioner Resources" id="{3BB1489A-3A2B-457D-8AE9-F4D3568664FA}">
          <p14:sldIdLst>
            <p14:sldId id="3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EF46-BE9E-A511-E4EE-67D3B68E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F9947-4D98-0227-96B3-A2F1F53F2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0D78A-6692-AF32-7EE0-555D5004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CC38C-D3E3-F65D-58E8-E5AA502C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F002B-523D-47AB-26AC-1882AE38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9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E9F27-3AD1-28F3-B84E-BE4F4DF67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AC331-F300-28A1-4821-6891FD25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596B0-2DC5-1336-77AB-52F8DB9D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24B6A-E4E1-52D1-32E6-DCCC3BA4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C367-2048-2BD9-0E26-43760A23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4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DE4A-FF5A-C12E-58F8-E064AFA5E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3A294-A5B5-90E5-C9C2-322B7E867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FBF6A-D9EA-CBE3-B0C5-B00AFEE3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CA1B7-BA37-4076-90B8-0B691B95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6A229-005E-47B6-5E96-81D80125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5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3825-88F0-B471-84FA-B8615476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109C7-0C85-EE51-A30C-B3D41D44F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D476F-525C-62AE-13B2-F6265CFEF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0E360-E889-F310-918C-53CB3C7A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93843-A826-4BEC-3495-8558D24E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FAD08-D49F-4CA8-D9FD-A4C363B6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38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D5F61-E642-03CD-53FE-92E2E8376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04C3E-E1F9-90DA-B91C-0C9C77827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A3C6A-6713-8DB0-5FF1-BAF4B7A2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429C4-1574-15D1-0F79-622C72D4A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276393-08D1-B794-6A78-3EE934AEC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41A5E-AF53-BF08-1D5B-E3C00988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2A628-F4E3-BED3-D9A6-1DF3F180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14E6A-7245-31D3-E69B-6E57AADD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5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27AC8-2EF2-16E4-8913-B0C233E4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2AC57-FAAD-FB55-7E97-D30F90DEE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9E87E-8967-A2D6-A878-C1250016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F3509-85A1-4CDA-4313-BBCBC314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73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7C98A-C6F7-1F71-522A-FB67D02C4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3B994-20DC-66B9-7FC6-EAA76A8DB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2054A-B607-7614-2290-89134D15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9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27DD-6AF7-2BB8-9CB2-7201CDDB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09DF-9837-22F9-D6E0-EBA0EA9B0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0C82F-E412-4B1F-256D-C91F1BF9B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942E6-1192-985A-98D8-660BCC7E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84006-7C34-0FD1-D27A-C6680290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2A07B-4E2B-95AB-65AA-505BD1F9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2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7AE5-A544-AD60-B397-C22EAED3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07CE3-3212-D13E-1F41-349A9B468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B7308-B17E-F663-1B51-D126AE4A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8C36B-1A1F-2E50-A4F2-10221A36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0ECFE-367C-D269-B330-2B8499C1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EB044-CC56-1423-CA9B-918CFA93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36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FED8-24EF-1D5C-F095-31B6E1C1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AB16E-FEF7-A5D1-78F5-B1352587E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F88FB-43E4-B623-0930-2A327824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6087A-1330-BAE1-753B-FBF39A6D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0B837-B001-8281-3A61-3ADAADD7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25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42BD84-041F-B644-69E7-7BC0185AA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0CEDC-918D-723B-4465-700EDFE9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A65EB-C711-4C94-9B9A-F7931CB9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A5568-BCBC-03D6-9C22-E9DD1279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E8D3F-C484-E00B-D67F-B450B18A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8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D6F16-92B9-ED59-28C8-ADC4F260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ACCB0-933E-8B86-60EC-34B8318DF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632BD-7B5A-FC65-0352-4749523FA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27873-22DF-482F-BF91-EA80F0B248D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619AF-1521-A814-5444-0A90A4DA1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3F516-9D03-4CC8-F7D4-0882D4EF7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20A0D-3E9E-402C-A238-C8868F4A5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1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915A-9EBC-BAA2-9D6C-19045637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Practitioner Resources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488ED-5D0F-F1D7-A77E-2A8223F2E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Practitioner Resources </a:t>
            </a:r>
          </a:p>
          <a:p>
            <a:pPr lvl="1"/>
            <a:r>
              <a:rPr lang="en-US" dirty="0"/>
              <a:t>https://ai-resources.codemag.com</a:t>
            </a:r>
          </a:p>
          <a:p>
            <a:r>
              <a:rPr lang="en-US" dirty="0"/>
              <a:t>Prompt review</a:t>
            </a:r>
          </a:p>
          <a:p>
            <a:r>
              <a:rPr lang="en-US" dirty="0"/>
              <a:t>Implementing Slices</a:t>
            </a:r>
          </a:p>
          <a:p>
            <a:r>
              <a:rPr lang="en-US" dirty="0"/>
              <a:t>Wrap up</a:t>
            </a:r>
          </a:p>
        </p:txBody>
      </p:sp>
    </p:spTree>
    <p:extLst>
      <p:ext uri="{BB962C8B-B14F-4D97-AF65-F5344CB8AC3E}">
        <p14:creationId xmlns:p14="http://schemas.microsoft.com/office/powerpoint/2010/main" val="348231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AI Practitioner Resources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2026-03-05T21:31:59Z</dcterms:created>
  <dcterms:modified xsi:type="dcterms:W3CDTF">2026-03-05T21:32:36Z</dcterms:modified>
</cp:coreProperties>
</file>