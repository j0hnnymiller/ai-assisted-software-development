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7" r:id="rId2"/>
    <p:sldId id="258" r:id="rId3"/>
    <p:sldId id="2141411852" r:id="rId4"/>
    <p:sldId id="214141185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548EDB7-7FBD-4B60-8EF6-7ABDAB91A072}">
          <p14:sldIdLst/>
        </p14:section>
        <p14:section name="Welcome and Introductions" id="{61DB7476-D465-420E-B425-E56B952C2AE1}">
          <p14:sldIdLst>
            <p14:sldId id="257"/>
            <p14:sldId id="258"/>
            <p14:sldId id="2141411852"/>
            <p14:sldId id="214141185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hyperlink" Target="https://ai-resources.codemag.com/" TargetMode="External"/><Relationship Id="rId1" Type="http://schemas.openxmlformats.org/officeDocument/2006/relationships/hyperlink" Target="https://codemag.com/blog/AIPractitioner" TargetMode="Externa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hyperlink" Target="https://ai-resources.codemag.com/" TargetMode="External"/><Relationship Id="rId3" Type="http://schemas.openxmlformats.org/officeDocument/2006/relationships/image" Target="../media/image3.png"/><Relationship Id="rId7" Type="http://schemas.openxmlformats.org/officeDocument/2006/relationships/hyperlink" Target="https://codemag.com/blog/AIPractitioner" TargetMode="External"/><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73FDBC-08B3-4B1D-A7CC-594354E03DB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9AC141F-983D-4098-A2AD-F649F1862580}">
      <dgm:prSet/>
      <dgm:spPr/>
      <dgm:t>
        <a:bodyPr/>
        <a:lstStyle/>
        <a:p>
          <a:r>
            <a:rPr lang="en-US" dirty="0"/>
            <a:t>Principal Software Engineer at CODE</a:t>
          </a:r>
        </a:p>
      </dgm:t>
    </dgm:pt>
    <dgm:pt modelId="{64E8FD07-EE68-4277-8D17-930C617F72C2}" type="parTrans" cxnId="{8E5A77AC-658D-46C0-84A6-0A58D110BAED}">
      <dgm:prSet/>
      <dgm:spPr/>
      <dgm:t>
        <a:bodyPr/>
        <a:lstStyle/>
        <a:p>
          <a:endParaRPr lang="en-US"/>
        </a:p>
      </dgm:t>
    </dgm:pt>
    <dgm:pt modelId="{E5C3D3E5-8976-4FA0-8BE9-1E843B794296}" type="sibTrans" cxnId="{8E5A77AC-658D-46C0-84A6-0A58D110BAED}">
      <dgm:prSet/>
      <dgm:spPr/>
      <dgm:t>
        <a:bodyPr/>
        <a:lstStyle/>
        <a:p>
          <a:endParaRPr lang="en-US"/>
        </a:p>
      </dgm:t>
    </dgm:pt>
    <dgm:pt modelId="{A4434503-EB01-4C35-8227-BF4E5CEFC4F7}">
      <dgm:prSet/>
      <dgm:spPr/>
      <dgm:t>
        <a:bodyPr/>
        <a:lstStyle/>
        <a:p>
          <a:r>
            <a:rPr lang="en-US" dirty="0"/>
            <a:t>Played roles of developer, architect, </a:t>
          </a:r>
          <a:r>
            <a:rPr lang="en-US" dirty="0" err="1"/>
            <a:t>devops</a:t>
          </a:r>
          <a:r>
            <a:rPr lang="en-US" dirty="0"/>
            <a:t> engineer, platform engineer, test architect, release manager</a:t>
          </a:r>
        </a:p>
      </dgm:t>
    </dgm:pt>
    <dgm:pt modelId="{5C7E0024-2FED-43F3-B6F2-9C2A7940705C}" type="parTrans" cxnId="{FA0D042B-55AD-42A2-8F88-B5A3AC44F9CC}">
      <dgm:prSet/>
      <dgm:spPr/>
      <dgm:t>
        <a:bodyPr/>
        <a:lstStyle/>
        <a:p>
          <a:endParaRPr lang="en-US"/>
        </a:p>
      </dgm:t>
    </dgm:pt>
    <dgm:pt modelId="{4AC0DD24-C1A6-4DF8-9567-EA24809A05D1}" type="sibTrans" cxnId="{FA0D042B-55AD-42A2-8F88-B5A3AC44F9CC}">
      <dgm:prSet/>
      <dgm:spPr/>
      <dgm:t>
        <a:bodyPr/>
        <a:lstStyle/>
        <a:p>
          <a:endParaRPr lang="en-US"/>
        </a:p>
      </dgm:t>
    </dgm:pt>
    <dgm:pt modelId="{8477D6DA-2946-4EE9-ABF2-CC3633A5C14F}">
      <dgm:prSet/>
      <dgm:spPr/>
      <dgm:t>
        <a:bodyPr/>
        <a:lstStyle/>
        <a:p>
          <a:r>
            <a:rPr lang="en-US" dirty="0"/>
            <a:t>AI/ML Enthusiast and advocate for Effectively using AI to write code</a:t>
          </a:r>
        </a:p>
      </dgm:t>
    </dgm:pt>
    <dgm:pt modelId="{C9895C24-A86C-447B-B1CA-BF75492CFE5E}" type="parTrans" cxnId="{6AB43612-5C51-488D-AF66-7E18FB5D64C9}">
      <dgm:prSet/>
      <dgm:spPr/>
      <dgm:t>
        <a:bodyPr/>
        <a:lstStyle/>
        <a:p>
          <a:endParaRPr lang="en-US"/>
        </a:p>
      </dgm:t>
    </dgm:pt>
    <dgm:pt modelId="{66EBACAD-B11E-462D-B11C-8C6FB1B60B58}" type="sibTrans" cxnId="{6AB43612-5C51-488D-AF66-7E18FB5D64C9}">
      <dgm:prSet/>
      <dgm:spPr/>
      <dgm:t>
        <a:bodyPr/>
        <a:lstStyle/>
        <a:p>
          <a:endParaRPr lang="en-US"/>
        </a:p>
      </dgm:t>
    </dgm:pt>
    <dgm:pt modelId="{312A3D8F-FD89-4528-AFCA-E8E489F944B5}">
      <dgm:prSet/>
      <dgm:spPr/>
      <dgm:t>
        <a:bodyPr/>
        <a:lstStyle/>
        <a:p>
          <a:r>
            <a:rPr lang="en-US" dirty="0"/>
            <a:t>LinkedIn: www.linkedin.com/in/johnmichaelmiller</a:t>
          </a:r>
        </a:p>
      </dgm:t>
    </dgm:pt>
    <dgm:pt modelId="{AC350D81-969C-4A34-97E9-0D03275E17AA}" type="parTrans" cxnId="{C9DDDE9C-FE26-41DA-BB32-4DADBD818A25}">
      <dgm:prSet/>
      <dgm:spPr/>
      <dgm:t>
        <a:bodyPr/>
        <a:lstStyle/>
        <a:p>
          <a:endParaRPr lang="en-US"/>
        </a:p>
      </dgm:t>
    </dgm:pt>
    <dgm:pt modelId="{FC09D9CF-6F46-46F3-95C2-DE69479A7AE2}" type="sibTrans" cxnId="{C9DDDE9C-FE26-41DA-BB32-4DADBD818A25}">
      <dgm:prSet/>
      <dgm:spPr/>
      <dgm:t>
        <a:bodyPr/>
        <a:lstStyle/>
        <a:p>
          <a:endParaRPr lang="en-US"/>
        </a:p>
      </dgm:t>
    </dgm:pt>
    <dgm:pt modelId="{AD446258-ED46-4CD7-81C0-EBCBE6515A21}">
      <dgm:prSet/>
      <dgm:spPr/>
      <dgm:t>
        <a:bodyPr/>
        <a:lstStyle/>
        <a:p>
          <a:r>
            <a:rPr lang="en-US" dirty="0"/>
            <a:t>Email: john.miller@codemag.com</a:t>
          </a:r>
        </a:p>
      </dgm:t>
    </dgm:pt>
    <dgm:pt modelId="{FA96825D-89AB-49F5-9075-EDCD91630398}" type="parTrans" cxnId="{FD057C4F-E141-47CD-A68B-3E22F490D7FE}">
      <dgm:prSet/>
      <dgm:spPr/>
      <dgm:t>
        <a:bodyPr/>
        <a:lstStyle/>
        <a:p>
          <a:endParaRPr lang="en-US"/>
        </a:p>
      </dgm:t>
    </dgm:pt>
    <dgm:pt modelId="{2BD68564-3FD4-497A-B4DE-B14F3834B0F2}" type="sibTrans" cxnId="{FD057C4F-E141-47CD-A68B-3E22F490D7FE}">
      <dgm:prSet/>
      <dgm:spPr/>
      <dgm:t>
        <a:bodyPr/>
        <a:lstStyle/>
        <a:p>
          <a:endParaRPr lang="en-US"/>
        </a:p>
      </dgm:t>
    </dgm:pt>
    <dgm:pt modelId="{3CB62BB2-80FE-41DE-AA6D-EE6897BD1B8C}">
      <dgm:prSet/>
      <dgm:spPr/>
      <dgm:t>
        <a:bodyPr/>
        <a:lstStyle/>
        <a:p>
          <a:r>
            <a:rPr lang="en-US" dirty="0"/>
            <a:t>Blog: </a:t>
          </a:r>
          <a:r>
            <a:rPr lang="en-US" dirty="0">
              <a:hlinkClick xmlns:r="http://schemas.openxmlformats.org/officeDocument/2006/relationships" r:id="rId1"/>
            </a:rPr>
            <a:t>https://codemag.com/blog/AIPractitioner</a:t>
          </a:r>
          <a:endParaRPr lang="en-US" dirty="0"/>
        </a:p>
        <a:p>
          <a:r>
            <a:rPr lang="en-US" dirty="0">
              <a:hlinkClick xmlns:r="http://schemas.openxmlformats.org/officeDocument/2006/relationships" r:id="rId2"/>
            </a:rPr>
            <a:t>AI Practitioner Resources</a:t>
          </a:r>
          <a:endParaRPr lang="en-US" dirty="0"/>
        </a:p>
      </dgm:t>
    </dgm:pt>
    <dgm:pt modelId="{A608E2BC-DC54-491A-9873-8BF7A84B05CA}" type="parTrans" cxnId="{8EB1B29D-C2BC-4E92-B0FC-4419A9E1555E}">
      <dgm:prSet/>
      <dgm:spPr/>
      <dgm:t>
        <a:bodyPr/>
        <a:lstStyle/>
        <a:p>
          <a:endParaRPr lang="en-US"/>
        </a:p>
      </dgm:t>
    </dgm:pt>
    <dgm:pt modelId="{41A5D2DA-77E1-4A35-A06F-B3B0E62B4131}" type="sibTrans" cxnId="{8EB1B29D-C2BC-4E92-B0FC-4419A9E1555E}">
      <dgm:prSet/>
      <dgm:spPr/>
      <dgm:t>
        <a:bodyPr/>
        <a:lstStyle/>
        <a:p>
          <a:endParaRPr lang="en-US"/>
        </a:p>
      </dgm:t>
    </dgm:pt>
    <dgm:pt modelId="{AE74A6C9-8E53-40A2-A7DA-C9763DA9B9E9}" type="pres">
      <dgm:prSet presAssocID="{0973FDBC-08B3-4B1D-A7CC-594354E03DB6}" presName="root" presStyleCnt="0">
        <dgm:presLayoutVars>
          <dgm:dir/>
          <dgm:resizeHandles val="exact"/>
        </dgm:presLayoutVars>
      </dgm:prSet>
      <dgm:spPr/>
    </dgm:pt>
    <dgm:pt modelId="{A370A3B6-CE6E-4208-874F-EC4DFE69ACB7}" type="pres">
      <dgm:prSet presAssocID="{89AC141F-983D-4098-A2AD-F649F1862580}" presName="compNode" presStyleCnt="0"/>
      <dgm:spPr/>
    </dgm:pt>
    <dgm:pt modelId="{0B723E61-FD6A-4D78-AE1D-74E11DEA6B94}" type="pres">
      <dgm:prSet presAssocID="{89AC141F-983D-4098-A2AD-F649F1862580}" presName="bgRect" presStyleLbl="bgShp" presStyleIdx="0" presStyleCnt="3"/>
      <dgm:spPr/>
    </dgm:pt>
    <dgm:pt modelId="{4C7532F8-D900-40A9-9D1B-93C1B4790169}" type="pres">
      <dgm:prSet presAssocID="{89AC141F-983D-4098-A2AD-F649F1862580}" presName="iconRect" presStyleLbl="node1" presStyleIdx="0"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50D4258C-0B58-47BA-B150-9C72844DBA0B}" type="pres">
      <dgm:prSet presAssocID="{89AC141F-983D-4098-A2AD-F649F1862580}" presName="spaceRect" presStyleCnt="0"/>
      <dgm:spPr/>
    </dgm:pt>
    <dgm:pt modelId="{27E12399-D9BF-413F-9CCA-3D6C19A780F4}" type="pres">
      <dgm:prSet presAssocID="{89AC141F-983D-4098-A2AD-F649F1862580}" presName="parTx" presStyleLbl="revTx" presStyleIdx="0" presStyleCnt="4">
        <dgm:presLayoutVars>
          <dgm:chMax val="0"/>
          <dgm:chPref val="0"/>
        </dgm:presLayoutVars>
      </dgm:prSet>
      <dgm:spPr/>
    </dgm:pt>
    <dgm:pt modelId="{D208177A-9B75-44E8-958A-910E3CE26C37}" type="pres">
      <dgm:prSet presAssocID="{E5C3D3E5-8976-4FA0-8BE9-1E843B794296}" presName="sibTrans" presStyleCnt="0"/>
      <dgm:spPr/>
    </dgm:pt>
    <dgm:pt modelId="{0E1FD39E-F36C-4057-B3D4-7912CAB74A7D}" type="pres">
      <dgm:prSet presAssocID="{A4434503-EB01-4C35-8227-BF4E5CEFC4F7}" presName="compNode" presStyleCnt="0"/>
      <dgm:spPr/>
    </dgm:pt>
    <dgm:pt modelId="{F7EF9AAE-6EA6-48BC-8CE6-E43A4019C779}" type="pres">
      <dgm:prSet presAssocID="{A4434503-EB01-4C35-8227-BF4E5CEFC4F7}" presName="bgRect" presStyleLbl="bgShp" presStyleIdx="1" presStyleCnt="3"/>
      <dgm:spPr/>
    </dgm:pt>
    <dgm:pt modelId="{1054A214-D016-4B03-93F4-AC8EDBAF1AEA}" type="pres">
      <dgm:prSet presAssocID="{A4434503-EB01-4C35-8227-BF4E5CEFC4F7}" presName="iconRect" presStyleLbl="node1" presStyleIdx="1"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52688972-DA2B-4FD2-86F0-267486FCF7DD}" type="pres">
      <dgm:prSet presAssocID="{A4434503-EB01-4C35-8227-BF4E5CEFC4F7}" presName="spaceRect" presStyleCnt="0"/>
      <dgm:spPr/>
    </dgm:pt>
    <dgm:pt modelId="{023F68DA-5884-4A47-AB69-109D4EA49749}" type="pres">
      <dgm:prSet presAssocID="{A4434503-EB01-4C35-8227-BF4E5CEFC4F7}" presName="parTx" presStyleLbl="revTx" presStyleIdx="1" presStyleCnt="4">
        <dgm:presLayoutVars>
          <dgm:chMax val="0"/>
          <dgm:chPref val="0"/>
        </dgm:presLayoutVars>
      </dgm:prSet>
      <dgm:spPr/>
    </dgm:pt>
    <dgm:pt modelId="{43320B8E-5850-46F0-844A-2E3C0D9D1CF7}" type="pres">
      <dgm:prSet presAssocID="{4AC0DD24-C1A6-4DF8-9567-EA24809A05D1}" presName="sibTrans" presStyleCnt="0"/>
      <dgm:spPr/>
    </dgm:pt>
    <dgm:pt modelId="{86BDDDB4-DF99-4A33-BEC7-C8F54574B714}" type="pres">
      <dgm:prSet presAssocID="{8477D6DA-2946-4EE9-ABF2-CC3633A5C14F}" presName="compNode" presStyleCnt="0"/>
      <dgm:spPr/>
    </dgm:pt>
    <dgm:pt modelId="{1F150B33-5B01-41D7-B34B-31321D5314B8}" type="pres">
      <dgm:prSet presAssocID="{8477D6DA-2946-4EE9-ABF2-CC3633A5C14F}" presName="bgRect" presStyleLbl="bgShp" presStyleIdx="2" presStyleCnt="3"/>
      <dgm:spPr/>
    </dgm:pt>
    <dgm:pt modelId="{F0486E93-85B6-4940-9839-EC6F6438470B}" type="pres">
      <dgm:prSet presAssocID="{8477D6DA-2946-4EE9-ABF2-CC3633A5C14F}" presName="iconRect" presStyleLbl="node1" presStyleIdx="2" presStyleCnt="3"/>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715A4C88-DB52-40AA-932E-1FC60FF5325A}" type="pres">
      <dgm:prSet presAssocID="{8477D6DA-2946-4EE9-ABF2-CC3633A5C14F}" presName="spaceRect" presStyleCnt="0"/>
      <dgm:spPr/>
    </dgm:pt>
    <dgm:pt modelId="{ADFF1338-B351-4D54-8EB2-71C9330684E6}" type="pres">
      <dgm:prSet presAssocID="{8477D6DA-2946-4EE9-ABF2-CC3633A5C14F}" presName="parTx" presStyleLbl="revTx" presStyleIdx="2" presStyleCnt="4">
        <dgm:presLayoutVars>
          <dgm:chMax val="0"/>
          <dgm:chPref val="0"/>
        </dgm:presLayoutVars>
      </dgm:prSet>
      <dgm:spPr/>
    </dgm:pt>
    <dgm:pt modelId="{D3707FF8-46B5-4898-83C6-BFB962BB255D}" type="pres">
      <dgm:prSet presAssocID="{8477D6DA-2946-4EE9-ABF2-CC3633A5C14F}" presName="desTx" presStyleLbl="revTx" presStyleIdx="3" presStyleCnt="4">
        <dgm:presLayoutVars/>
      </dgm:prSet>
      <dgm:spPr/>
    </dgm:pt>
  </dgm:ptLst>
  <dgm:cxnLst>
    <dgm:cxn modelId="{5FDE7011-1AD7-49B6-B759-4738AC31E5B5}" type="presOf" srcId="{0973FDBC-08B3-4B1D-A7CC-594354E03DB6}" destId="{AE74A6C9-8E53-40A2-A7DA-C9763DA9B9E9}" srcOrd="0" destOrd="0" presId="urn:microsoft.com/office/officeart/2018/2/layout/IconVerticalSolidList"/>
    <dgm:cxn modelId="{6AB43612-5C51-488D-AF66-7E18FB5D64C9}" srcId="{0973FDBC-08B3-4B1D-A7CC-594354E03DB6}" destId="{8477D6DA-2946-4EE9-ABF2-CC3633A5C14F}" srcOrd="2" destOrd="0" parTransId="{C9895C24-A86C-447B-B1CA-BF75492CFE5E}" sibTransId="{66EBACAD-B11E-462D-B11C-8C6FB1B60B58}"/>
    <dgm:cxn modelId="{FA0D042B-55AD-42A2-8F88-B5A3AC44F9CC}" srcId="{0973FDBC-08B3-4B1D-A7CC-594354E03DB6}" destId="{A4434503-EB01-4C35-8227-BF4E5CEFC4F7}" srcOrd="1" destOrd="0" parTransId="{5C7E0024-2FED-43F3-B6F2-9C2A7940705C}" sibTransId="{4AC0DD24-C1A6-4DF8-9567-EA24809A05D1}"/>
    <dgm:cxn modelId="{376EB03B-B24E-44F7-86D0-16AF881C5A28}" type="presOf" srcId="{89AC141F-983D-4098-A2AD-F649F1862580}" destId="{27E12399-D9BF-413F-9CCA-3D6C19A780F4}" srcOrd="0" destOrd="0" presId="urn:microsoft.com/office/officeart/2018/2/layout/IconVerticalSolidList"/>
    <dgm:cxn modelId="{5ECCF56E-4F9F-405F-B6E0-1ABE5B81204F}" type="presOf" srcId="{312A3D8F-FD89-4528-AFCA-E8E489F944B5}" destId="{D3707FF8-46B5-4898-83C6-BFB962BB255D}" srcOrd="0" destOrd="0" presId="urn:microsoft.com/office/officeart/2018/2/layout/IconVerticalSolidList"/>
    <dgm:cxn modelId="{FD057C4F-E141-47CD-A68B-3E22F490D7FE}" srcId="{8477D6DA-2946-4EE9-ABF2-CC3633A5C14F}" destId="{AD446258-ED46-4CD7-81C0-EBCBE6515A21}" srcOrd="1" destOrd="0" parTransId="{FA96825D-89AB-49F5-9075-EDCD91630398}" sibTransId="{2BD68564-3FD4-497A-B4DE-B14F3834B0F2}"/>
    <dgm:cxn modelId="{DA183055-7F9F-4B5F-AB35-B1BD8B211562}" type="presOf" srcId="{AD446258-ED46-4CD7-81C0-EBCBE6515A21}" destId="{D3707FF8-46B5-4898-83C6-BFB962BB255D}" srcOrd="0" destOrd="1" presId="urn:microsoft.com/office/officeart/2018/2/layout/IconVerticalSolidList"/>
    <dgm:cxn modelId="{C9DDDE9C-FE26-41DA-BB32-4DADBD818A25}" srcId="{8477D6DA-2946-4EE9-ABF2-CC3633A5C14F}" destId="{312A3D8F-FD89-4528-AFCA-E8E489F944B5}" srcOrd="0" destOrd="0" parTransId="{AC350D81-969C-4A34-97E9-0D03275E17AA}" sibTransId="{FC09D9CF-6F46-46F3-95C2-DE69479A7AE2}"/>
    <dgm:cxn modelId="{8EB1B29D-C2BC-4E92-B0FC-4419A9E1555E}" srcId="{8477D6DA-2946-4EE9-ABF2-CC3633A5C14F}" destId="{3CB62BB2-80FE-41DE-AA6D-EE6897BD1B8C}" srcOrd="2" destOrd="0" parTransId="{A608E2BC-DC54-491A-9873-8BF7A84B05CA}" sibTransId="{41A5D2DA-77E1-4A35-A06F-B3B0E62B4131}"/>
    <dgm:cxn modelId="{8B13D19D-94D0-4FE3-A26E-FEC8D0FF0805}" type="presOf" srcId="{8477D6DA-2946-4EE9-ABF2-CC3633A5C14F}" destId="{ADFF1338-B351-4D54-8EB2-71C9330684E6}" srcOrd="0" destOrd="0" presId="urn:microsoft.com/office/officeart/2018/2/layout/IconVerticalSolidList"/>
    <dgm:cxn modelId="{8E5A77AC-658D-46C0-84A6-0A58D110BAED}" srcId="{0973FDBC-08B3-4B1D-A7CC-594354E03DB6}" destId="{89AC141F-983D-4098-A2AD-F649F1862580}" srcOrd="0" destOrd="0" parTransId="{64E8FD07-EE68-4277-8D17-930C617F72C2}" sibTransId="{E5C3D3E5-8976-4FA0-8BE9-1E843B794296}"/>
    <dgm:cxn modelId="{8238DBC2-6870-47D3-B43C-AA6DE96C8CA8}" type="presOf" srcId="{A4434503-EB01-4C35-8227-BF4E5CEFC4F7}" destId="{023F68DA-5884-4A47-AB69-109D4EA49749}" srcOrd="0" destOrd="0" presId="urn:microsoft.com/office/officeart/2018/2/layout/IconVerticalSolidList"/>
    <dgm:cxn modelId="{EF9265C9-F0BF-40A8-A20D-79C65631A288}" type="presOf" srcId="{3CB62BB2-80FE-41DE-AA6D-EE6897BD1B8C}" destId="{D3707FF8-46B5-4898-83C6-BFB962BB255D}" srcOrd="0" destOrd="2" presId="urn:microsoft.com/office/officeart/2018/2/layout/IconVerticalSolidList"/>
    <dgm:cxn modelId="{AC9F2FB2-42A8-4F04-826E-F3ECD4BBEB44}" type="presParOf" srcId="{AE74A6C9-8E53-40A2-A7DA-C9763DA9B9E9}" destId="{A370A3B6-CE6E-4208-874F-EC4DFE69ACB7}" srcOrd="0" destOrd="0" presId="urn:microsoft.com/office/officeart/2018/2/layout/IconVerticalSolidList"/>
    <dgm:cxn modelId="{85932533-46EE-4BB7-A6BD-CFBC5AE919D1}" type="presParOf" srcId="{A370A3B6-CE6E-4208-874F-EC4DFE69ACB7}" destId="{0B723E61-FD6A-4D78-AE1D-74E11DEA6B94}" srcOrd="0" destOrd="0" presId="urn:microsoft.com/office/officeart/2018/2/layout/IconVerticalSolidList"/>
    <dgm:cxn modelId="{3CC4CE74-EDF7-4AD7-83E0-9F01E9D08000}" type="presParOf" srcId="{A370A3B6-CE6E-4208-874F-EC4DFE69ACB7}" destId="{4C7532F8-D900-40A9-9D1B-93C1B4790169}" srcOrd="1" destOrd="0" presId="urn:microsoft.com/office/officeart/2018/2/layout/IconVerticalSolidList"/>
    <dgm:cxn modelId="{06D30E81-C59A-48EE-8951-A7A9B037D370}" type="presParOf" srcId="{A370A3B6-CE6E-4208-874F-EC4DFE69ACB7}" destId="{50D4258C-0B58-47BA-B150-9C72844DBA0B}" srcOrd="2" destOrd="0" presId="urn:microsoft.com/office/officeart/2018/2/layout/IconVerticalSolidList"/>
    <dgm:cxn modelId="{07301393-9F81-4629-AF9F-810842352D0E}" type="presParOf" srcId="{A370A3B6-CE6E-4208-874F-EC4DFE69ACB7}" destId="{27E12399-D9BF-413F-9CCA-3D6C19A780F4}" srcOrd="3" destOrd="0" presId="urn:microsoft.com/office/officeart/2018/2/layout/IconVerticalSolidList"/>
    <dgm:cxn modelId="{EA1FD579-7169-417F-A89B-42FC8E42CCDB}" type="presParOf" srcId="{AE74A6C9-8E53-40A2-A7DA-C9763DA9B9E9}" destId="{D208177A-9B75-44E8-958A-910E3CE26C37}" srcOrd="1" destOrd="0" presId="urn:microsoft.com/office/officeart/2018/2/layout/IconVerticalSolidList"/>
    <dgm:cxn modelId="{60D32C63-1C7B-4FFE-BFD4-4765B443D81C}" type="presParOf" srcId="{AE74A6C9-8E53-40A2-A7DA-C9763DA9B9E9}" destId="{0E1FD39E-F36C-4057-B3D4-7912CAB74A7D}" srcOrd="2" destOrd="0" presId="urn:microsoft.com/office/officeart/2018/2/layout/IconVerticalSolidList"/>
    <dgm:cxn modelId="{FB401E70-C592-4A5C-9358-F6DC71078714}" type="presParOf" srcId="{0E1FD39E-F36C-4057-B3D4-7912CAB74A7D}" destId="{F7EF9AAE-6EA6-48BC-8CE6-E43A4019C779}" srcOrd="0" destOrd="0" presId="urn:microsoft.com/office/officeart/2018/2/layout/IconVerticalSolidList"/>
    <dgm:cxn modelId="{C87CCE38-3104-4F81-A6F7-EE65F1AB8902}" type="presParOf" srcId="{0E1FD39E-F36C-4057-B3D4-7912CAB74A7D}" destId="{1054A214-D016-4B03-93F4-AC8EDBAF1AEA}" srcOrd="1" destOrd="0" presId="urn:microsoft.com/office/officeart/2018/2/layout/IconVerticalSolidList"/>
    <dgm:cxn modelId="{C9EA629F-4E73-43D4-AB06-442D100D704F}" type="presParOf" srcId="{0E1FD39E-F36C-4057-B3D4-7912CAB74A7D}" destId="{52688972-DA2B-4FD2-86F0-267486FCF7DD}" srcOrd="2" destOrd="0" presId="urn:microsoft.com/office/officeart/2018/2/layout/IconVerticalSolidList"/>
    <dgm:cxn modelId="{E12CB4CC-87BD-4626-B1D9-438ACABC89F1}" type="presParOf" srcId="{0E1FD39E-F36C-4057-B3D4-7912CAB74A7D}" destId="{023F68DA-5884-4A47-AB69-109D4EA49749}" srcOrd="3" destOrd="0" presId="urn:microsoft.com/office/officeart/2018/2/layout/IconVerticalSolidList"/>
    <dgm:cxn modelId="{F3DD8875-7322-4938-BFA6-7526B278E0E5}" type="presParOf" srcId="{AE74A6C9-8E53-40A2-A7DA-C9763DA9B9E9}" destId="{43320B8E-5850-46F0-844A-2E3C0D9D1CF7}" srcOrd="3" destOrd="0" presId="urn:microsoft.com/office/officeart/2018/2/layout/IconVerticalSolidList"/>
    <dgm:cxn modelId="{EEBF4271-0E65-49C1-81F7-D8FEF3BD36C9}" type="presParOf" srcId="{AE74A6C9-8E53-40A2-A7DA-C9763DA9B9E9}" destId="{86BDDDB4-DF99-4A33-BEC7-C8F54574B714}" srcOrd="4" destOrd="0" presId="urn:microsoft.com/office/officeart/2018/2/layout/IconVerticalSolidList"/>
    <dgm:cxn modelId="{D59D1BE1-15FA-41FB-826D-5D6FD1E225CB}" type="presParOf" srcId="{86BDDDB4-DF99-4A33-BEC7-C8F54574B714}" destId="{1F150B33-5B01-41D7-B34B-31321D5314B8}" srcOrd="0" destOrd="0" presId="urn:microsoft.com/office/officeart/2018/2/layout/IconVerticalSolidList"/>
    <dgm:cxn modelId="{A6C99982-6665-43DD-B590-652C33475BD4}" type="presParOf" srcId="{86BDDDB4-DF99-4A33-BEC7-C8F54574B714}" destId="{F0486E93-85B6-4940-9839-EC6F6438470B}" srcOrd="1" destOrd="0" presId="urn:microsoft.com/office/officeart/2018/2/layout/IconVerticalSolidList"/>
    <dgm:cxn modelId="{F736A793-811C-4B27-A2C9-C156C86ABCD8}" type="presParOf" srcId="{86BDDDB4-DF99-4A33-BEC7-C8F54574B714}" destId="{715A4C88-DB52-40AA-932E-1FC60FF5325A}" srcOrd="2" destOrd="0" presId="urn:microsoft.com/office/officeart/2018/2/layout/IconVerticalSolidList"/>
    <dgm:cxn modelId="{4C58983D-03D2-4231-9E7D-F058158AC47F}" type="presParOf" srcId="{86BDDDB4-DF99-4A33-BEC7-C8F54574B714}" destId="{ADFF1338-B351-4D54-8EB2-71C9330684E6}" srcOrd="3" destOrd="0" presId="urn:microsoft.com/office/officeart/2018/2/layout/IconVerticalSolidList"/>
    <dgm:cxn modelId="{2BF46502-A4FC-4F74-85BE-0752F2A78990}" type="presParOf" srcId="{86BDDDB4-DF99-4A33-BEC7-C8F54574B714}" destId="{D3707FF8-46B5-4898-83C6-BFB962BB255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A70087-EC59-4C5B-A39F-FFC6E0A5E890}" type="doc">
      <dgm:prSet loTypeId="urn:microsoft.com/office/officeart/2018/5/layout/CenteredIconLabelDescriptionList" loCatId="icon" qsTypeId="urn:microsoft.com/office/officeart/2005/8/quickstyle/simple1" qsCatId="simple" csTypeId="urn:microsoft.com/office/officeart/2005/8/colors/accent3_2" csCatId="accent3" phldr="1"/>
      <dgm:spPr/>
      <dgm:t>
        <a:bodyPr/>
        <a:lstStyle/>
        <a:p>
          <a:endParaRPr lang="en-US"/>
        </a:p>
      </dgm:t>
    </dgm:pt>
    <dgm:pt modelId="{6E4A2204-3B46-4658-A181-9F47CAAB8D6E}">
      <dgm:prSet/>
      <dgm:spPr/>
      <dgm:t>
        <a:bodyPr/>
        <a:lstStyle/>
        <a:p>
          <a:pPr>
            <a:lnSpc>
              <a:spcPct val="100000"/>
            </a:lnSpc>
            <a:defRPr b="1"/>
          </a:pPr>
          <a:r>
            <a:rPr lang="en-US"/>
            <a:t>Welcome</a:t>
          </a:r>
        </a:p>
      </dgm:t>
    </dgm:pt>
    <dgm:pt modelId="{2BE53A25-7B66-4318-81C9-C3D6364744DD}" type="parTrans" cxnId="{0071819A-A233-4409-A667-F0ABA6271154}">
      <dgm:prSet/>
      <dgm:spPr/>
      <dgm:t>
        <a:bodyPr/>
        <a:lstStyle/>
        <a:p>
          <a:endParaRPr lang="en-US"/>
        </a:p>
      </dgm:t>
    </dgm:pt>
    <dgm:pt modelId="{DEBE7214-9E77-45B7-9462-E042C27D5D01}" type="sibTrans" cxnId="{0071819A-A233-4409-A667-F0ABA6271154}">
      <dgm:prSet/>
      <dgm:spPr/>
      <dgm:t>
        <a:bodyPr/>
        <a:lstStyle/>
        <a:p>
          <a:endParaRPr lang="en-US"/>
        </a:p>
      </dgm:t>
    </dgm:pt>
    <dgm:pt modelId="{47B09624-B7DD-4BA5-B896-70212879C06A}">
      <dgm:prSet/>
      <dgm:spPr/>
      <dgm:t>
        <a:bodyPr/>
        <a:lstStyle/>
        <a:p>
          <a:pPr>
            <a:lnSpc>
              <a:spcPct val="100000"/>
            </a:lnSpc>
            <a:defRPr b="1"/>
          </a:pPr>
          <a:r>
            <a:rPr lang="en-US"/>
            <a:t>Introductions</a:t>
          </a:r>
        </a:p>
      </dgm:t>
    </dgm:pt>
    <dgm:pt modelId="{FD531F31-C182-4B43-954E-CFDF59E3CEEC}" type="parTrans" cxnId="{7D72269F-88C2-4F48-89CB-7D3DBC7032DA}">
      <dgm:prSet/>
      <dgm:spPr/>
      <dgm:t>
        <a:bodyPr/>
        <a:lstStyle/>
        <a:p>
          <a:endParaRPr lang="en-US"/>
        </a:p>
      </dgm:t>
    </dgm:pt>
    <dgm:pt modelId="{9851AB21-6B01-42F5-BB72-00AE26BA315D}" type="sibTrans" cxnId="{7D72269F-88C2-4F48-89CB-7D3DBC7032DA}">
      <dgm:prSet/>
      <dgm:spPr/>
      <dgm:t>
        <a:bodyPr/>
        <a:lstStyle/>
        <a:p>
          <a:endParaRPr lang="en-US"/>
        </a:p>
      </dgm:t>
    </dgm:pt>
    <dgm:pt modelId="{400CDCC8-8E30-4E0D-9572-1F68D35AE369}">
      <dgm:prSet/>
      <dgm:spPr/>
      <dgm:t>
        <a:bodyPr/>
        <a:lstStyle/>
        <a:p>
          <a:pPr>
            <a:lnSpc>
              <a:spcPct val="100000"/>
            </a:lnSpc>
          </a:pPr>
          <a:r>
            <a:rPr lang="en-US" dirty="0"/>
            <a:t>Who you are</a:t>
          </a:r>
        </a:p>
      </dgm:t>
    </dgm:pt>
    <dgm:pt modelId="{AC4DE159-7D39-4DA3-82F3-F84F78982036}" type="parTrans" cxnId="{27C9DF73-10AE-40B1-B483-8017D20052DF}">
      <dgm:prSet/>
      <dgm:spPr/>
      <dgm:t>
        <a:bodyPr/>
        <a:lstStyle/>
        <a:p>
          <a:endParaRPr lang="en-US"/>
        </a:p>
      </dgm:t>
    </dgm:pt>
    <dgm:pt modelId="{A69B6DA9-4C68-4372-BC87-C54618F3BAFE}" type="sibTrans" cxnId="{27C9DF73-10AE-40B1-B483-8017D20052DF}">
      <dgm:prSet/>
      <dgm:spPr/>
      <dgm:t>
        <a:bodyPr/>
        <a:lstStyle/>
        <a:p>
          <a:endParaRPr lang="en-US"/>
        </a:p>
      </dgm:t>
    </dgm:pt>
    <dgm:pt modelId="{E77B3523-3C4E-4ECC-850D-D561B6160117}">
      <dgm:prSet/>
      <dgm:spPr/>
      <dgm:t>
        <a:bodyPr/>
        <a:lstStyle/>
        <a:p>
          <a:pPr>
            <a:lnSpc>
              <a:spcPct val="100000"/>
            </a:lnSpc>
          </a:pPr>
          <a:r>
            <a:rPr lang="en-US" dirty="0"/>
            <a:t>What you do</a:t>
          </a:r>
        </a:p>
      </dgm:t>
    </dgm:pt>
    <dgm:pt modelId="{B351A241-2288-4369-B76A-CDDFAC3ADBE8}" type="parTrans" cxnId="{89F57380-B4E0-4ABC-B081-8B1F8BE5B2FD}">
      <dgm:prSet/>
      <dgm:spPr/>
      <dgm:t>
        <a:bodyPr/>
        <a:lstStyle/>
        <a:p>
          <a:endParaRPr lang="en-US"/>
        </a:p>
      </dgm:t>
    </dgm:pt>
    <dgm:pt modelId="{E48D23FC-E3FB-4406-AD9A-25CBA0115A12}" type="sibTrans" cxnId="{89F57380-B4E0-4ABC-B081-8B1F8BE5B2FD}">
      <dgm:prSet/>
      <dgm:spPr/>
      <dgm:t>
        <a:bodyPr/>
        <a:lstStyle/>
        <a:p>
          <a:endParaRPr lang="en-US"/>
        </a:p>
      </dgm:t>
    </dgm:pt>
    <dgm:pt modelId="{E438FF6A-AA0F-4AF6-8F5E-91811E322EC0}">
      <dgm:prSet/>
      <dgm:spPr/>
      <dgm:t>
        <a:bodyPr/>
        <a:lstStyle/>
        <a:p>
          <a:pPr>
            <a:lnSpc>
              <a:spcPct val="100000"/>
            </a:lnSpc>
          </a:pPr>
          <a:r>
            <a:rPr lang="en-US"/>
            <a:t>What you’ve done with AI tools</a:t>
          </a:r>
        </a:p>
      </dgm:t>
    </dgm:pt>
    <dgm:pt modelId="{4CF92500-4DEA-4E05-B406-609F7A8F1F4E}" type="parTrans" cxnId="{5148A0EB-8E94-42FE-9C27-53DC70EA789B}">
      <dgm:prSet/>
      <dgm:spPr/>
      <dgm:t>
        <a:bodyPr/>
        <a:lstStyle/>
        <a:p>
          <a:endParaRPr lang="en-US"/>
        </a:p>
      </dgm:t>
    </dgm:pt>
    <dgm:pt modelId="{C774A871-ADA8-4F02-9438-99A28AE35C1A}" type="sibTrans" cxnId="{5148A0EB-8E94-42FE-9C27-53DC70EA789B}">
      <dgm:prSet/>
      <dgm:spPr/>
      <dgm:t>
        <a:bodyPr/>
        <a:lstStyle/>
        <a:p>
          <a:endParaRPr lang="en-US"/>
        </a:p>
      </dgm:t>
    </dgm:pt>
    <dgm:pt modelId="{0DEDF133-833B-46EA-8E2C-78F8261F2447}">
      <dgm:prSet/>
      <dgm:spPr/>
      <dgm:t>
        <a:bodyPr/>
        <a:lstStyle/>
        <a:p>
          <a:pPr>
            <a:lnSpc>
              <a:spcPct val="100000"/>
            </a:lnSpc>
          </a:pPr>
          <a:r>
            <a:rPr lang="en-US"/>
            <a:t>What you want to learn</a:t>
          </a:r>
        </a:p>
      </dgm:t>
    </dgm:pt>
    <dgm:pt modelId="{BCF81F32-86B3-4258-B04C-5CFEDF195FF7}" type="parTrans" cxnId="{DE73BCC8-0E10-42BD-844F-DB85AE075391}">
      <dgm:prSet/>
      <dgm:spPr/>
      <dgm:t>
        <a:bodyPr/>
        <a:lstStyle/>
        <a:p>
          <a:endParaRPr lang="en-US"/>
        </a:p>
      </dgm:t>
    </dgm:pt>
    <dgm:pt modelId="{0FA3AD26-7678-4B94-906E-53A906172AD7}" type="sibTrans" cxnId="{DE73BCC8-0E10-42BD-844F-DB85AE075391}">
      <dgm:prSet/>
      <dgm:spPr/>
      <dgm:t>
        <a:bodyPr/>
        <a:lstStyle/>
        <a:p>
          <a:endParaRPr lang="en-US"/>
        </a:p>
      </dgm:t>
    </dgm:pt>
    <dgm:pt modelId="{8032F83A-8B3F-4BD4-AA62-ECE89DD1D49C}">
      <dgm:prSet/>
      <dgm:spPr/>
      <dgm:t>
        <a:bodyPr/>
        <a:lstStyle/>
        <a:p>
          <a:pPr>
            <a:lnSpc>
              <a:spcPct val="100000"/>
            </a:lnSpc>
          </a:pPr>
          <a:r>
            <a:rPr lang="en-US"/>
            <a:t>Who do you work for</a:t>
          </a:r>
          <a:endParaRPr lang="en-US" dirty="0"/>
        </a:p>
      </dgm:t>
    </dgm:pt>
    <dgm:pt modelId="{D4C8F710-FBCF-4ACB-B3F3-79000A3BE89C}" type="parTrans" cxnId="{D1ADE7BF-8C82-4EBC-92FC-4C0E01CE5873}">
      <dgm:prSet/>
      <dgm:spPr/>
      <dgm:t>
        <a:bodyPr/>
        <a:lstStyle/>
        <a:p>
          <a:endParaRPr lang="en-US"/>
        </a:p>
      </dgm:t>
    </dgm:pt>
    <dgm:pt modelId="{C8CB29A2-6331-4468-8EE2-1F5E3FEB89EE}" type="sibTrans" cxnId="{D1ADE7BF-8C82-4EBC-92FC-4C0E01CE5873}">
      <dgm:prSet/>
      <dgm:spPr/>
      <dgm:t>
        <a:bodyPr/>
        <a:lstStyle/>
        <a:p>
          <a:endParaRPr lang="en-US"/>
        </a:p>
      </dgm:t>
    </dgm:pt>
    <dgm:pt modelId="{80CA04FA-D1FB-4BB1-9254-EAABCF565ABB}" type="pres">
      <dgm:prSet presAssocID="{E2A70087-EC59-4C5B-A39F-FFC6E0A5E890}" presName="root" presStyleCnt="0">
        <dgm:presLayoutVars>
          <dgm:dir/>
          <dgm:resizeHandles val="exact"/>
        </dgm:presLayoutVars>
      </dgm:prSet>
      <dgm:spPr/>
    </dgm:pt>
    <dgm:pt modelId="{288B0A5C-CD14-41BB-87CC-5A6196376AF9}" type="pres">
      <dgm:prSet presAssocID="{6E4A2204-3B46-4658-A181-9F47CAAB8D6E}" presName="compNode" presStyleCnt="0"/>
      <dgm:spPr/>
    </dgm:pt>
    <dgm:pt modelId="{6F55575F-F97F-43EF-82D6-A082F92FA2A1}" type="pres">
      <dgm:prSet presAssocID="{6E4A2204-3B46-4658-A181-9F47CAAB8D6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lloons"/>
        </a:ext>
      </dgm:extLst>
    </dgm:pt>
    <dgm:pt modelId="{0C9FD2FA-5632-4528-AAD8-496B2088E401}" type="pres">
      <dgm:prSet presAssocID="{6E4A2204-3B46-4658-A181-9F47CAAB8D6E}" presName="iconSpace" presStyleCnt="0"/>
      <dgm:spPr/>
    </dgm:pt>
    <dgm:pt modelId="{EAFEB3A3-A119-4B1F-9F42-1F09668E74CC}" type="pres">
      <dgm:prSet presAssocID="{6E4A2204-3B46-4658-A181-9F47CAAB8D6E}" presName="parTx" presStyleLbl="revTx" presStyleIdx="0" presStyleCnt="4">
        <dgm:presLayoutVars>
          <dgm:chMax val="0"/>
          <dgm:chPref val="0"/>
        </dgm:presLayoutVars>
      </dgm:prSet>
      <dgm:spPr/>
    </dgm:pt>
    <dgm:pt modelId="{3C40442F-33DA-4163-94EB-ED6148EF7FCE}" type="pres">
      <dgm:prSet presAssocID="{6E4A2204-3B46-4658-A181-9F47CAAB8D6E}" presName="txSpace" presStyleCnt="0"/>
      <dgm:spPr/>
    </dgm:pt>
    <dgm:pt modelId="{916E80E7-A09E-4743-911E-10EF9EBDC1F9}" type="pres">
      <dgm:prSet presAssocID="{6E4A2204-3B46-4658-A181-9F47CAAB8D6E}" presName="desTx" presStyleLbl="revTx" presStyleIdx="1" presStyleCnt="4">
        <dgm:presLayoutVars/>
      </dgm:prSet>
      <dgm:spPr/>
    </dgm:pt>
    <dgm:pt modelId="{8D41F983-9306-4FA7-9C46-36469E7EE6CE}" type="pres">
      <dgm:prSet presAssocID="{DEBE7214-9E77-45B7-9462-E042C27D5D01}" presName="sibTrans" presStyleCnt="0"/>
      <dgm:spPr/>
    </dgm:pt>
    <dgm:pt modelId="{709B8E64-FB82-4213-BADF-89C94AA863B3}" type="pres">
      <dgm:prSet presAssocID="{47B09624-B7DD-4BA5-B896-70212879C06A}" presName="compNode" presStyleCnt="0"/>
      <dgm:spPr/>
    </dgm:pt>
    <dgm:pt modelId="{314EC855-BFCB-45B5-A007-B6537E978242}" type="pres">
      <dgm:prSet presAssocID="{47B09624-B7DD-4BA5-B896-70212879C06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D4F98EE5-0554-4DB1-973F-D9D989816A9F}" type="pres">
      <dgm:prSet presAssocID="{47B09624-B7DD-4BA5-B896-70212879C06A}" presName="iconSpace" presStyleCnt="0"/>
      <dgm:spPr/>
    </dgm:pt>
    <dgm:pt modelId="{FD470903-F8D7-4267-AC24-4367BDEA66CD}" type="pres">
      <dgm:prSet presAssocID="{47B09624-B7DD-4BA5-B896-70212879C06A}" presName="parTx" presStyleLbl="revTx" presStyleIdx="2" presStyleCnt="4">
        <dgm:presLayoutVars>
          <dgm:chMax val="0"/>
          <dgm:chPref val="0"/>
        </dgm:presLayoutVars>
      </dgm:prSet>
      <dgm:spPr/>
    </dgm:pt>
    <dgm:pt modelId="{8F2E3F7A-15E7-4F70-B58E-0DC9576875A6}" type="pres">
      <dgm:prSet presAssocID="{47B09624-B7DD-4BA5-B896-70212879C06A}" presName="txSpace" presStyleCnt="0"/>
      <dgm:spPr/>
    </dgm:pt>
    <dgm:pt modelId="{0A5A4119-3246-488F-AC0F-CB271B574A42}" type="pres">
      <dgm:prSet presAssocID="{47B09624-B7DD-4BA5-B896-70212879C06A}" presName="desTx" presStyleLbl="revTx" presStyleIdx="3" presStyleCnt="4">
        <dgm:presLayoutVars/>
      </dgm:prSet>
      <dgm:spPr/>
    </dgm:pt>
  </dgm:ptLst>
  <dgm:cxnLst>
    <dgm:cxn modelId="{826C8927-248D-476A-8181-3CF27A81ABC4}" type="presOf" srcId="{E2A70087-EC59-4C5B-A39F-FFC6E0A5E890}" destId="{80CA04FA-D1FB-4BB1-9254-EAABCF565ABB}" srcOrd="0" destOrd="0" presId="urn:microsoft.com/office/officeart/2018/5/layout/CenteredIconLabelDescriptionList"/>
    <dgm:cxn modelId="{F37BD22E-DC1D-4531-9E74-BDB12EC743FC}" type="presOf" srcId="{0DEDF133-833B-46EA-8E2C-78F8261F2447}" destId="{0A5A4119-3246-488F-AC0F-CB271B574A42}" srcOrd="0" destOrd="4" presId="urn:microsoft.com/office/officeart/2018/5/layout/CenteredIconLabelDescriptionList"/>
    <dgm:cxn modelId="{B179D14F-C90B-44C3-B64D-DD14275F6A04}" type="presOf" srcId="{E438FF6A-AA0F-4AF6-8F5E-91811E322EC0}" destId="{0A5A4119-3246-488F-AC0F-CB271B574A42}" srcOrd="0" destOrd="3" presId="urn:microsoft.com/office/officeart/2018/5/layout/CenteredIconLabelDescriptionList"/>
    <dgm:cxn modelId="{BFD50053-7515-427C-ADDB-6FA2CCF3974E}" type="presOf" srcId="{47B09624-B7DD-4BA5-B896-70212879C06A}" destId="{FD470903-F8D7-4267-AC24-4367BDEA66CD}" srcOrd="0" destOrd="0" presId="urn:microsoft.com/office/officeart/2018/5/layout/CenteredIconLabelDescriptionList"/>
    <dgm:cxn modelId="{27C9DF73-10AE-40B1-B483-8017D20052DF}" srcId="{47B09624-B7DD-4BA5-B896-70212879C06A}" destId="{400CDCC8-8E30-4E0D-9572-1F68D35AE369}" srcOrd="0" destOrd="0" parTransId="{AC4DE159-7D39-4DA3-82F3-F84F78982036}" sibTransId="{A69B6DA9-4C68-4372-BC87-C54618F3BAFE}"/>
    <dgm:cxn modelId="{E690B958-A9D6-4CBE-8CEE-DE1B3E9D38EC}" type="presOf" srcId="{E77B3523-3C4E-4ECC-850D-D561B6160117}" destId="{0A5A4119-3246-488F-AC0F-CB271B574A42}" srcOrd="0" destOrd="2" presId="urn:microsoft.com/office/officeart/2018/5/layout/CenteredIconLabelDescriptionList"/>
    <dgm:cxn modelId="{73A8717B-54F3-44D6-9158-88458DB6DB55}" type="presOf" srcId="{8032F83A-8B3F-4BD4-AA62-ECE89DD1D49C}" destId="{0A5A4119-3246-488F-AC0F-CB271B574A42}" srcOrd="0" destOrd="1" presId="urn:microsoft.com/office/officeart/2018/5/layout/CenteredIconLabelDescriptionList"/>
    <dgm:cxn modelId="{89F57380-B4E0-4ABC-B081-8B1F8BE5B2FD}" srcId="{47B09624-B7DD-4BA5-B896-70212879C06A}" destId="{E77B3523-3C4E-4ECC-850D-D561B6160117}" srcOrd="2" destOrd="0" parTransId="{B351A241-2288-4369-B76A-CDDFAC3ADBE8}" sibTransId="{E48D23FC-E3FB-4406-AD9A-25CBA0115A12}"/>
    <dgm:cxn modelId="{9E5A028F-CDCB-4312-B7C7-57AD4F6F72E2}" type="presOf" srcId="{400CDCC8-8E30-4E0D-9572-1F68D35AE369}" destId="{0A5A4119-3246-488F-AC0F-CB271B574A42}" srcOrd="0" destOrd="0" presId="urn:microsoft.com/office/officeart/2018/5/layout/CenteredIconLabelDescriptionList"/>
    <dgm:cxn modelId="{0071819A-A233-4409-A667-F0ABA6271154}" srcId="{E2A70087-EC59-4C5B-A39F-FFC6E0A5E890}" destId="{6E4A2204-3B46-4658-A181-9F47CAAB8D6E}" srcOrd="0" destOrd="0" parTransId="{2BE53A25-7B66-4318-81C9-C3D6364744DD}" sibTransId="{DEBE7214-9E77-45B7-9462-E042C27D5D01}"/>
    <dgm:cxn modelId="{7D72269F-88C2-4F48-89CB-7D3DBC7032DA}" srcId="{E2A70087-EC59-4C5B-A39F-FFC6E0A5E890}" destId="{47B09624-B7DD-4BA5-B896-70212879C06A}" srcOrd="1" destOrd="0" parTransId="{FD531F31-C182-4B43-954E-CFDF59E3CEEC}" sibTransId="{9851AB21-6B01-42F5-BB72-00AE26BA315D}"/>
    <dgm:cxn modelId="{3ED54FBF-B65C-4A0F-8937-F55B98ED3779}" type="presOf" srcId="{6E4A2204-3B46-4658-A181-9F47CAAB8D6E}" destId="{EAFEB3A3-A119-4B1F-9F42-1F09668E74CC}" srcOrd="0" destOrd="0" presId="urn:microsoft.com/office/officeart/2018/5/layout/CenteredIconLabelDescriptionList"/>
    <dgm:cxn modelId="{D1ADE7BF-8C82-4EBC-92FC-4C0E01CE5873}" srcId="{47B09624-B7DD-4BA5-B896-70212879C06A}" destId="{8032F83A-8B3F-4BD4-AA62-ECE89DD1D49C}" srcOrd="1" destOrd="0" parTransId="{D4C8F710-FBCF-4ACB-B3F3-79000A3BE89C}" sibTransId="{C8CB29A2-6331-4468-8EE2-1F5E3FEB89EE}"/>
    <dgm:cxn modelId="{DE73BCC8-0E10-42BD-844F-DB85AE075391}" srcId="{47B09624-B7DD-4BA5-B896-70212879C06A}" destId="{0DEDF133-833B-46EA-8E2C-78F8261F2447}" srcOrd="4" destOrd="0" parTransId="{BCF81F32-86B3-4258-B04C-5CFEDF195FF7}" sibTransId="{0FA3AD26-7678-4B94-906E-53A906172AD7}"/>
    <dgm:cxn modelId="{5148A0EB-8E94-42FE-9C27-53DC70EA789B}" srcId="{47B09624-B7DD-4BA5-B896-70212879C06A}" destId="{E438FF6A-AA0F-4AF6-8F5E-91811E322EC0}" srcOrd="3" destOrd="0" parTransId="{4CF92500-4DEA-4E05-B406-609F7A8F1F4E}" sibTransId="{C774A871-ADA8-4F02-9438-99A28AE35C1A}"/>
    <dgm:cxn modelId="{D886C810-56AC-4F50-821F-246A63EC6F03}" type="presParOf" srcId="{80CA04FA-D1FB-4BB1-9254-EAABCF565ABB}" destId="{288B0A5C-CD14-41BB-87CC-5A6196376AF9}" srcOrd="0" destOrd="0" presId="urn:microsoft.com/office/officeart/2018/5/layout/CenteredIconLabelDescriptionList"/>
    <dgm:cxn modelId="{650AEEE5-4805-4EE9-8C62-9FE4670CD18E}" type="presParOf" srcId="{288B0A5C-CD14-41BB-87CC-5A6196376AF9}" destId="{6F55575F-F97F-43EF-82D6-A082F92FA2A1}" srcOrd="0" destOrd="0" presId="urn:microsoft.com/office/officeart/2018/5/layout/CenteredIconLabelDescriptionList"/>
    <dgm:cxn modelId="{6BA402FC-2B52-4210-9D5C-96A52AD3A18A}" type="presParOf" srcId="{288B0A5C-CD14-41BB-87CC-5A6196376AF9}" destId="{0C9FD2FA-5632-4528-AAD8-496B2088E401}" srcOrd="1" destOrd="0" presId="urn:microsoft.com/office/officeart/2018/5/layout/CenteredIconLabelDescriptionList"/>
    <dgm:cxn modelId="{FD4C1019-3E01-4FC4-88AA-F6116A97BCD5}" type="presParOf" srcId="{288B0A5C-CD14-41BB-87CC-5A6196376AF9}" destId="{EAFEB3A3-A119-4B1F-9F42-1F09668E74CC}" srcOrd="2" destOrd="0" presId="urn:microsoft.com/office/officeart/2018/5/layout/CenteredIconLabelDescriptionList"/>
    <dgm:cxn modelId="{8BC4C4A8-4164-412C-AA66-8F782EECA103}" type="presParOf" srcId="{288B0A5C-CD14-41BB-87CC-5A6196376AF9}" destId="{3C40442F-33DA-4163-94EB-ED6148EF7FCE}" srcOrd="3" destOrd="0" presId="urn:microsoft.com/office/officeart/2018/5/layout/CenteredIconLabelDescriptionList"/>
    <dgm:cxn modelId="{D5A92FBA-0C2D-49B0-8709-1D4A55BF2A86}" type="presParOf" srcId="{288B0A5C-CD14-41BB-87CC-5A6196376AF9}" destId="{916E80E7-A09E-4743-911E-10EF9EBDC1F9}" srcOrd="4" destOrd="0" presId="urn:microsoft.com/office/officeart/2018/5/layout/CenteredIconLabelDescriptionList"/>
    <dgm:cxn modelId="{3B5AA9C5-E6AF-4991-BAF9-51ED6CB1180B}" type="presParOf" srcId="{80CA04FA-D1FB-4BB1-9254-EAABCF565ABB}" destId="{8D41F983-9306-4FA7-9C46-36469E7EE6CE}" srcOrd="1" destOrd="0" presId="urn:microsoft.com/office/officeart/2018/5/layout/CenteredIconLabelDescriptionList"/>
    <dgm:cxn modelId="{04AA16DC-F44F-486B-964B-DE83F5EBA252}" type="presParOf" srcId="{80CA04FA-D1FB-4BB1-9254-EAABCF565ABB}" destId="{709B8E64-FB82-4213-BADF-89C94AA863B3}" srcOrd="2" destOrd="0" presId="urn:microsoft.com/office/officeart/2018/5/layout/CenteredIconLabelDescriptionList"/>
    <dgm:cxn modelId="{238315FF-2074-4C18-A74D-8707C425D1CC}" type="presParOf" srcId="{709B8E64-FB82-4213-BADF-89C94AA863B3}" destId="{314EC855-BFCB-45B5-A007-B6537E978242}" srcOrd="0" destOrd="0" presId="urn:microsoft.com/office/officeart/2018/5/layout/CenteredIconLabelDescriptionList"/>
    <dgm:cxn modelId="{09294DF9-B142-40C4-BA8C-37132CBF00E5}" type="presParOf" srcId="{709B8E64-FB82-4213-BADF-89C94AA863B3}" destId="{D4F98EE5-0554-4DB1-973F-D9D989816A9F}" srcOrd="1" destOrd="0" presId="urn:microsoft.com/office/officeart/2018/5/layout/CenteredIconLabelDescriptionList"/>
    <dgm:cxn modelId="{270D1564-BF0E-4710-9A9E-3893EA9CE4DA}" type="presParOf" srcId="{709B8E64-FB82-4213-BADF-89C94AA863B3}" destId="{FD470903-F8D7-4267-AC24-4367BDEA66CD}" srcOrd="2" destOrd="0" presId="urn:microsoft.com/office/officeart/2018/5/layout/CenteredIconLabelDescriptionList"/>
    <dgm:cxn modelId="{BC1BDA59-0B42-44A8-9B5C-E33BA370520D}" type="presParOf" srcId="{709B8E64-FB82-4213-BADF-89C94AA863B3}" destId="{8F2E3F7A-15E7-4F70-B58E-0DC9576875A6}" srcOrd="3" destOrd="0" presId="urn:microsoft.com/office/officeart/2018/5/layout/CenteredIconLabelDescriptionList"/>
    <dgm:cxn modelId="{6859ED47-BA1C-460A-A81C-B50D17F0BD81}" type="presParOf" srcId="{709B8E64-FB82-4213-BADF-89C94AA863B3}" destId="{0A5A4119-3246-488F-AC0F-CB271B574A42}"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23E61-FD6A-4D78-AE1D-74E11DEA6B94}">
      <dsp:nvSpPr>
        <dsp:cNvPr id="0" name=""/>
        <dsp:cNvSpPr/>
      </dsp:nvSpPr>
      <dsp:spPr>
        <a:xfrm>
          <a:off x="0" y="531"/>
          <a:ext cx="10515600" cy="12429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532F8-D900-40A9-9D1B-93C1B4790169}">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12399-D9BF-413F-9CCA-3D6C19A780F4}">
      <dsp:nvSpPr>
        <dsp:cNvPr id="0" name=""/>
        <dsp:cNvSpPr/>
      </dsp:nvSpPr>
      <dsp:spPr>
        <a:xfrm>
          <a:off x="1435591" y="531"/>
          <a:ext cx="9080008" cy="1242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dirty="0"/>
            <a:t>Principal Software Engineer at CODE</a:t>
          </a:r>
        </a:p>
      </dsp:txBody>
      <dsp:txXfrm>
        <a:off x="1435591" y="531"/>
        <a:ext cx="9080008" cy="1242936"/>
      </dsp:txXfrm>
    </dsp:sp>
    <dsp:sp modelId="{F7EF9AAE-6EA6-48BC-8CE6-E43A4019C779}">
      <dsp:nvSpPr>
        <dsp:cNvPr id="0" name=""/>
        <dsp:cNvSpPr/>
      </dsp:nvSpPr>
      <dsp:spPr>
        <a:xfrm>
          <a:off x="0" y="1554201"/>
          <a:ext cx="10515600" cy="12429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4A214-D016-4B03-93F4-AC8EDBAF1AEA}">
      <dsp:nvSpPr>
        <dsp:cNvPr id="0" name=""/>
        <dsp:cNvSpPr/>
      </dsp:nvSpPr>
      <dsp:spPr>
        <a:xfrm>
          <a:off x="375988" y="1833862"/>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F68DA-5884-4A47-AB69-109D4EA49749}">
      <dsp:nvSpPr>
        <dsp:cNvPr id="0" name=""/>
        <dsp:cNvSpPr/>
      </dsp:nvSpPr>
      <dsp:spPr>
        <a:xfrm>
          <a:off x="1435591" y="1554201"/>
          <a:ext cx="9080008" cy="1242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dirty="0"/>
            <a:t>Played roles of developer, architect, </a:t>
          </a:r>
          <a:r>
            <a:rPr lang="en-US" sz="2300" kern="1200" dirty="0" err="1"/>
            <a:t>devops</a:t>
          </a:r>
          <a:r>
            <a:rPr lang="en-US" sz="2300" kern="1200" dirty="0"/>
            <a:t> engineer, platform engineer, test architect, release manager</a:t>
          </a:r>
        </a:p>
      </dsp:txBody>
      <dsp:txXfrm>
        <a:off x="1435591" y="1554201"/>
        <a:ext cx="9080008" cy="1242936"/>
      </dsp:txXfrm>
    </dsp:sp>
    <dsp:sp modelId="{1F150B33-5B01-41D7-B34B-31321D5314B8}">
      <dsp:nvSpPr>
        <dsp:cNvPr id="0" name=""/>
        <dsp:cNvSpPr/>
      </dsp:nvSpPr>
      <dsp:spPr>
        <a:xfrm>
          <a:off x="0" y="3107871"/>
          <a:ext cx="10515600" cy="12429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86E93-85B6-4940-9839-EC6F6438470B}">
      <dsp:nvSpPr>
        <dsp:cNvPr id="0" name=""/>
        <dsp:cNvSpPr/>
      </dsp:nvSpPr>
      <dsp:spPr>
        <a:xfrm>
          <a:off x="375988" y="3387532"/>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F1338-B351-4D54-8EB2-71C9330684E6}">
      <dsp:nvSpPr>
        <dsp:cNvPr id="0" name=""/>
        <dsp:cNvSpPr/>
      </dsp:nvSpPr>
      <dsp:spPr>
        <a:xfrm>
          <a:off x="1435591" y="3107871"/>
          <a:ext cx="4732020" cy="1242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dirty="0"/>
            <a:t>AI/ML Enthusiast and advocate for Effectively using AI to write code</a:t>
          </a:r>
        </a:p>
      </dsp:txBody>
      <dsp:txXfrm>
        <a:off x="1435591" y="3107871"/>
        <a:ext cx="4732020" cy="1242936"/>
      </dsp:txXfrm>
    </dsp:sp>
    <dsp:sp modelId="{D3707FF8-46B5-4898-83C6-BFB962BB255D}">
      <dsp:nvSpPr>
        <dsp:cNvPr id="0" name=""/>
        <dsp:cNvSpPr/>
      </dsp:nvSpPr>
      <dsp:spPr>
        <a:xfrm>
          <a:off x="6167611" y="3107871"/>
          <a:ext cx="4347988" cy="1242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90000"/>
            </a:lnSpc>
            <a:spcBef>
              <a:spcPct val="0"/>
            </a:spcBef>
            <a:spcAft>
              <a:spcPct val="35000"/>
            </a:spcAft>
            <a:buNone/>
          </a:pPr>
          <a:r>
            <a:rPr lang="en-US" sz="1300" kern="1200" dirty="0"/>
            <a:t>LinkedIn: www.linkedin.com/in/johnmichaelmiller</a:t>
          </a:r>
        </a:p>
        <a:p>
          <a:pPr marL="0" lvl="0" indent="0" algn="l" defTabSz="577850">
            <a:lnSpc>
              <a:spcPct val="90000"/>
            </a:lnSpc>
            <a:spcBef>
              <a:spcPct val="0"/>
            </a:spcBef>
            <a:spcAft>
              <a:spcPct val="35000"/>
            </a:spcAft>
            <a:buNone/>
          </a:pPr>
          <a:r>
            <a:rPr lang="en-US" sz="1300" kern="1200" dirty="0"/>
            <a:t>Email: john.miller@codemag.com</a:t>
          </a:r>
        </a:p>
        <a:p>
          <a:pPr marL="0" lvl="0" indent="0" algn="l" defTabSz="577850">
            <a:lnSpc>
              <a:spcPct val="90000"/>
            </a:lnSpc>
            <a:spcBef>
              <a:spcPct val="0"/>
            </a:spcBef>
            <a:spcAft>
              <a:spcPct val="35000"/>
            </a:spcAft>
            <a:buNone/>
          </a:pPr>
          <a:r>
            <a:rPr lang="en-US" sz="1300" kern="1200" dirty="0"/>
            <a:t>Blog: </a:t>
          </a:r>
          <a:r>
            <a:rPr lang="en-US" sz="1300" kern="1200" dirty="0">
              <a:hlinkClick xmlns:r="http://schemas.openxmlformats.org/officeDocument/2006/relationships" r:id="rId7"/>
            </a:rPr>
            <a:t>https://codemag.com/blog/AIPractitioner</a:t>
          </a:r>
          <a:endParaRPr lang="en-US" sz="1300" kern="1200" dirty="0"/>
        </a:p>
        <a:p>
          <a:pPr marL="0" lvl="0" indent="0" algn="l" defTabSz="577850">
            <a:lnSpc>
              <a:spcPct val="90000"/>
            </a:lnSpc>
            <a:spcBef>
              <a:spcPct val="0"/>
            </a:spcBef>
            <a:spcAft>
              <a:spcPct val="35000"/>
            </a:spcAft>
            <a:buNone/>
          </a:pPr>
          <a:r>
            <a:rPr lang="en-US" sz="1300" kern="1200" dirty="0">
              <a:hlinkClick xmlns:r="http://schemas.openxmlformats.org/officeDocument/2006/relationships" r:id="rId8"/>
            </a:rPr>
            <a:t>AI Practitioner Resources</a:t>
          </a:r>
          <a:endParaRPr lang="en-US" sz="1300" kern="1200" dirty="0"/>
        </a:p>
      </dsp:txBody>
      <dsp:txXfrm>
        <a:off x="6167611" y="3107871"/>
        <a:ext cx="4347988" cy="12429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55575F-F97F-43EF-82D6-A082F92FA2A1}">
      <dsp:nvSpPr>
        <dsp:cNvPr id="0" name=""/>
        <dsp:cNvSpPr/>
      </dsp:nvSpPr>
      <dsp:spPr>
        <a:xfrm>
          <a:off x="1902416" y="39524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FEB3A3-A119-4B1F-9F42-1F09668E74CC}">
      <dsp:nvSpPr>
        <dsp:cNvPr id="0" name=""/>
        <dsp:cNvSpPr/>
      </dsp:nvSpPr>
      <dsp:spPr>
        <a:xfrm>
          <a:off x="498416" y="208489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Welcome</a:t>
          </a:r>
        </a:p>
      </dsp:txBody>
      <dsp:txXfrm>
        <a:off x="498416" y="2084891"/>
        <a:ext cx="4320000" cy="648000"/>
      </dsp:txXfrm>
    </dsp:sp>
    <dsp:sp modelId="{916E80E7-A09E-4743-911E-10EF9EBDC1F9}">
      <dsp:nvSpPr>
        <dsp:cNvPr id="0" name=""/>
        <dsp:cNvSpPr/>
      </dsp:nvSpPr>
      <dsp:spPr>
        <a:xfrm>
          <a:off x="498416" y="2815518"/>
          <a:ext cx="4320000" cy="1711074"/>
        </a:xfrm>
        <a:prstGeom prst="rect">
          <a:avLst/>
        </a:prstGeom>
        <a:noFill/>
        <a:ln>
          <a:noFill/>
        </a:ln>
        <a:effectLst/>
      </dsp:spPr>
      <dsp:style>
        <a:lnRef idx="0">
          <a:scrgbClr r="0" g="0" b="0"/>
        </a:lnRef>
        <a:fillRef idx="0">
          <a:scrgbClr r="0" g="0" b="0"/>
        </a:fillRef>
        <a:effectRef idx="0">
          <a:scrgbClr r="0" g="0" b="0"/>
        </a:effectRef>
        <a:fontRef idx="minor"/>
      </dsp:style>
    </dsp:sp>
    <dsp:sp modelId="{314EC855-BFCB-45B5-A007-B6537E978242}">
      <dsp:nvSpPr>
        <dsp:cNvPr id="0" name=""/>
        <dsp:cNvSpPr/>
      </dsp:nvSpPr>
      <dsp:spPr>
        <a:xfrm>
          <a:off x="6978416" y="39524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470903-F8D7-4267-AC24-4367BDEA66CD}">
      <dsp:nvSpPr>
        <dsp:cNvPr id="0" name=""/>
        <dsp:cNvSpPr/>
      </dsp:nvSpPr>
      <dsp:spPr>
        <a:xfrm>
          <a:off x="5574416" y="208489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Introductions</a:t>
          </a:r>
        </a:p>
      </dsp:txBody>
      <dsp:txXfrm>
        <a:off x="5574416" y="2084891"/>
        <a:ext cx="4320000" cy="648000"/>
      </dsp:txXfrm>
    </dsp:sp>
    <dsp:sp modelId="{0A5A4119-3246-488F-AC0F-CB271B574A42}">
      <dsp:nvSpPr>
        <dsp:cNvPr id="0" name=""/>
        <dsp:cNvSpPr/>
      </dsp:nvSpPr>
      <dsp:spPr>
        <a:xfrm>
          <a:off x="5574416" y="2815518"/>
          <a:ext cx="4320000" cy="1711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Who you are</a:t>
          </a:r>
        </a:p>
        <a:p>
          <a:pPr marL="0" lvl="0" indent="0" algn="ctr" defTabSz="755650">
            <a:lnSpc>
              <a:spcPct val="100000"/>
            </a:lnSpc>
            <a:spcBef>
              <a:spcPct val="0"/>
            </a:spcBef>
            <a:spcAft>
              <a:spcPct val="35000"/>
            </a:spcAft>
            <a:buNone/>
          </a:pPr>
          <a:r>
            <a:rPr lang="en-US" sz="1700" kern="1200"/>
            <a:t>Who do you work for</a:t>
          </a:r>
          <a:endParaRPr lang="en-US" sz="1700" kern="1200" dirty="0"/>
        </a:p>
        <a:p>
          <a:pPr marL="0" lvl="0" indent="0" algn="ctr" defTabSz="755650">
            <a:lnSpc>
              <a:spcPct val="100000"/>
            </a:lnSpc>
            <a:spcBef>
              <a:spcPct val="0"/>
            </a:spcBef>
            <a:spcAft>
              <a:spcPct val="35000"/>
            </a:spcAft>
            <a:buNone/>
          </a:pPr>
          <a:r>
            <a:rPr lang="en-US" sz="1700" kern="1200" dirty="0"/>
            <a:t>What you do</a:t>
          </a:r>
        </a:p>
        <a:p>
          <a:pPr marL="0" lvl="0" indent="0" algn="ctr" defTabSz="755650">
            <a:lnSpc>
              <a:spcPct val="100000"/>
            </a:lnSpc>
            <a:spcBef>
              <a:spcPct val="0"/>
            </a:spcBef>
            <a:spcAft>
              <a:spcPct val="35000"/>
            </a:spcAft>
            <a:buNone/>
          </a:pPr>
          <a:r>
            <a:rPr lang="en-US" sz="1700" kern="1200"/>
            <a:t>What you’ve done with AI tools</a:t>
          </a:r>
        </a:p>
        <a:p>
          <a:pPr marL="0" lvl="0" indent="0" algn="ctr" defTabSz="755650">
            <a:lnSpc>
              <a:spcPct val="100000"/>
            </a:lnSpc>
            <a:spcBef>
              <a:spcPct val="0"/>
            </a:spcBef>
            <a:spcAft>
              <a:spcPct val="35000"/>
            </a:spcAft>
            <a:buNone/>
          </a:pPr>
          <a:r>
            <a:rPr lang="en-US" sz="1700" kern="1200"/>
            <a:t>What you want to learn</a:t>
          </a:r>
        </a:p>
      </dsp:txBody>
      <dsp:txXfrm>
        <a:off x="5574416" y="2815518"/>
        <a:ext cx="4320000" cy="171107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F7AE38-5CBD-48BC-8AC5-F55DB058A2F0}"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F340EE-CC3C-42FC-BB2C-59D61BA7BD0C}" type="slidenum">
              <a:rPr lang="en-US" smtClean="0"/>
              <a:t>‹#›</a:t>
            </a:fld>
            <a:endParaRPr lang="en-US"/>
          </a:p>
        </p:txBody>
      </p:sp>
    </p:spTree>
    <p:extLst>
      <p:ext uri="{BB962C8B-B14F-4D97-AF65-F5344CB8AC3E}">
        <p14:creationId xmlns:p14="http://schemas.microsoft.com/office/powerpoint/2010/main" val="434035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codemag.co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a custom software company, a staff augmentation company, CODE Magazine for software developers, and training like this webinar. We've been in business for 30 years and the magazine just hit its 25th anniversary. Visit the website at </a:t>
            </a:r>
            <a:r>
              <a:rPr lang="en-US" dirty="0">
                <a:hlinkClick r:id="rId3"/>
              </a:rPr>
              <a:t>https://www.codemag.com/</a:t>
            </a:r>
            <a:r>
              <a:rPr lang="en-US" dirty="0"/>
              <a:t> for more details.</a:t>
            </a:r>
          </a:p>
        </p:txBody>
      </p:sp>
      <p:sp>
        <p:nvSpPr>
          <p:cNvPr id="4" name="Slide Number Placeholder 3"/>
          <p:cNvSpPr>
            <a:spLocks noGrp="1"/>
          </p:cNvSpPr>
          <p:nvPr>
            <p:ph type="sldNum" sz="quarter" idx="5"/>
          </p:nvPr>
        </p:nvSpPr>
        <p:spPr/>
        <p:txBody>
          <a:bodyPr/>
          <a:lstStyle/>
          <a:p>
            <a:fld id="{DA455780-D264-4D52-A390-D35F9E51885A}" type="slidenum">
              <a:rPr lang="en-US" smtClean="0"/>
              <a:t>3</a:t>
            </a:fld>
            <a:endParaRPr lang="en-US"/>
          </a:p>
        </p:txBody>
      </p:sp>
    </p:spTree>
    <p:extLst>
      <p:ext uri="{BB962C8B-B14F-4D97-AF65-F5344CB8AC3E}">
        <p14:creationId xmlns:p14="http://schemas.microsoft.com/office/powerpoint/2010/main" val="1905676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Day One: Outline the day’s goals and emphasize participation and hands-on exercises.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A6479-3839-6931-7711-40B5230AC3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8C939D-29C2-EC93-76D4-05B3EE6075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9D1F74-32F9-BE73-D711-D95663100BBC}"/>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5" name="Footer Placeholder 4">
            <a:extLst>
              <a:ext uri="{FF2B5EF4-FFF2-40B4-BE49-F238E27FC236}">
                <a16:creationId xmlns:a16="http://schemas.microsoft.com/office/drawing/2014/main" id="{2DE44D4D-7780-5C3A-9F34-0B2FC47CB6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F9C4D-A135-BB57-D7E8-083B1F7B192E}"/>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3893415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2E369-72EB-5376-D478-EF7294CE41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50BD57-8AD7-F768-41F9-6DCA49E0C4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ABE58C-00D2-9AA7-2E8D-E905A103F068}"/>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5" name="Footer Placeholder 4">
            <a:extLst>
              <a:ext uri="{FF2B5EF4-FFF2-40B4-BE49-F238E27FC236}">
                <a16:creationId xmlns:a16="http://schemas.microsoft.com/office/drawing/2014/main" id="{F853A76A-2A50-2E7D-93F8-5AEF401E98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2C04ED-A9B7-80A4-9F49-726A7A3E7627}"/>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3186808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CF620-A900-15DA-54A4-2F5208EBA1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FD3EC3-3F18-FD9B-39CB-C6BB889AFB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0CC682-DC96-DB58-A16D-D25FF59E0D4F}"/>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5" name="Footer Placeholder 4">
            <a:extLst>
              <a:ext uri="{FF2B5EF4-FFF2-40B4-BE49-F238E27FC236}">
                <a16:creationId xmlns:a16="http://schemas.microsoft.com/office/drawing/2014/main" id="{383C07E1-6294-DA41-9EDA-F13E2F3DA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099D7F-94DF-B5E2-04DC-1EA7E3805EA0}"/>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2306210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F4BAE-AEF9-8350-D2A6-A893E2BE9C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59A162-F0AD-BAE4-8813-35AE03888F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1E6310-B83F-829C-62FE-E90E5E3426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A89BE2-6A4A-2400-DD08-C9F8F5C06A24}"/>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6" name="Footer Placeholder 5">
            <a:extLst>
              <a:ext uri="{FF2B5EF4-FFF2-40B4-BE49-F238E27FC236}">
                <a16:creationId xmlns:a16="http://schemas.microsoft.com/office/drawing/2014/main" id="{D1E81EF6-EB02-1441-D2B7-AC3A83E4DD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1DCB9A-6431-E328-A5E6-D05ECC3BAB0B}"/>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2645956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0F419-9060-7EF3-0CB1-C28EA3E963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A984C4-B94C-33C8-92EC-3B054179B8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D7B70B-1DBC-08AA-9AC0-2F948C288F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385195-122E-5065-47DB-E1C8C67A94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65C11C-9E68-1351-D19D-83CE734289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ED9F58-D981-4D4C-55C7-73E268D05F39}"/>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8" name="Footer Placeholder 7">
            <a:extLst>
              <a:ext uri="{FF2B5EF4-FFF2-40B4-BE49-F238E27FC236}">
                <a16:creationId xmlns:a16="http://schemas.microsoft.com/office/drawing/2014/main" id="{50B5BDF0-50A5-9137-6294-335D0894FA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2CB0E1-FCD5-D30B-384D-270054DC5F32}"/>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1446634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47C2A-5F6B-9FBA-21B5-2876ADBB7F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E7F015-C7C6-35B5-B325-5A277D11EC4D}"/>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4" name="Footer Placeholder 3">
            <a:extLst>
              <a:ext uri="{FF2B5EF4-FFF2-40B4-BE49-F238E27FC236}">
                <a16:creationId xmlns:a16="http://schemas.microsoft.com/office/drawing/2014/main" id="{83322B7C-47F8-89D3-E580-52DE7C6A5B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B7B569-69DE-D79B-353D-5D36D3E953C6}"/>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2459134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04DCD0-32CF-5CBB-EFAB-8FC9702CAF15}"/>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3" name="Footer Placeholder 2">
            <a:extLst>
              <a:ext uri="{FF2B5EF4-FFF2-40B4-BE49-F238E27FC236}">
                <a16:creationId xmlns:a16="http://schemas.microsoft.com/office/drawing/2014/main" id="{FD967DDE-CAA4-3FFC-15E3-AC3B162A45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9CB38D-DA49-94B9-A9DA-5099D0308733}"/>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3766478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3E24D-3091-9883-5299-7B6C3AB359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D5C3A5-49A6-B080-DDEA-961DDD257F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4FC2D3-51A9-09A6-27BD-149273BA5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D9EDEE-4F22-C958-5C80-A410267B370B}"/>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6" name="Footer Placeholder 5">
            <a:extLst>
              <a:ext uri="{FF2B5EF4-FFF2-40B4-BE49-F238E27FC236}">
                <a16:creationId xmlns:a16="http://schemas.microsoft.com/office/drawing/2014/main" id="{51E6B083-EC3A-845F-47BE-4287378F1E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82A148-DD8B-E017-D1CB-91A58831EE74}"/>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3135846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BF1F-A252-8153-BE2E-DC17E4C4D6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98E265-1252-9D65-8F61-AA89D85B52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13AA51-9B5B-EC2E-BD2E-164F64628A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06CFBE-0CA9-A0E6-B241-A2BCA4FC3526}"/>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6" name="Footer Placeholder 5">
            <a:extLst>
              <a:ext uri="{FF2B5EF4-FFF2-40B4-BE49-F238E27FC236}">
                <a16:creationId xmlns:a16="http://schemas.microsoft.com/office/drawing/2014/main" id="{BC0C25BF-0F99-3DE5-58EA-707440B6B7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D14BF3-0977-2E91-FF8F-D4D4C7EC2924}"/>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235681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19CEC-F979-A64D-8498-F3F675708A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D5A172-A513-28DF-8FC4-1EB40307CD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563697-15D5-E3A6-CB53-FB895BF4CF42}"/>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5" name="Footer Placeholder 4">
            <a:extLst>
              <a:ext uri="{FF2B5EF4-FFF2-40B4-BE49-F238E27FC236}">
                <a16:creationId xmlns:a16="http://schemas.microsoft.com/office/drawing/2014/main" id="{22EB11E7-A66E-BCAF-7AE8-7EEDB0C9FA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D9A8DF-230B-A70D-2D3F-2343697823D7}"/>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1920720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4EF542-5B92-719A-9AA6-D64EEB55CA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219FC2-9761-FF5C-46A0-535A444E62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0D8920-CD7C-3859-7005-4BFB6AE13112}"/>
              </a:ext>
            </a:extLst>
          </p:cNvPr>
          <p:cNvSpPr>
            <a:spLocks noGrp="1"/>
          </p:cNvSpPr>
          <p:nvPr>
            <p:ph type="dt" sz="half" idx="10"/>
          </p:nvPr>
        </p:nvSpPr>
        <p:spPr/>
        <p:txBody>
          <a:bodyPr/>
          <a:lstStyle/>
          <a:p>
            <a:fld id="{CF22EC18-4E5B-4B1A-90AF-358FDCFADDDA}" type="datetimeFigureOut">
              <a:rPr lang="en-US" smtClean="0"/>
              <a:t>3/5/2026</a:t>
            </a:fld>
            <a:endParaRPr lang="en-US"/>
          </a:p>
        </p:txBody>
      </p:sp>
      <p:sp>
        <p:nvSpPr>
          <p:cNvPr id="5" name="Footer Placeholder 4">
            <a:extLst>
              <a:ext uri="{FF2B5EF4-FFF2-40B4-BE49-F238E27FC236}">
                <a16:creationId xmlns:a16="http://schemas.microsoft.com/office/drawing/2014/main" id="{5D2E2869-C32E-C440-5C34-757472651C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65BD51-EF73-1482-0253-1CD87F9A8BDA}"/>
              </a:ext>
            </a:extLst>
          </p:cNvPr>
          <p:cNvSpPr>
            <a:spLocks noGrp="1"/>
          </p:cNvSpPr>
          <p:nvPr>
            <p:ph type="sldNum" sz="quarter" idx="12"/>
          </p:nvPr>
        </p:nvSpPr>
        <p:spPr/>
        <p:txBody>
          <a:bodyPr/>
          <a:lstStyle/>
          <a:p>
            <a:fld id="{706A6CAF-8AC9-44D4-BDB2-9647C85AEF30}" type="slidenum">
              <a:rPr lang="en-US" smtClean="0"/>
              <a:t>‹#›</a:t>
            </a:fld>
            <a:endParaRPr lang="en-US"/>
          </a:p>
        </p:txBody>
      </p:sp>
    </p:spTree>
    <p:extLst>
      <p:ext uri="{BB962C8B-B14F-4D97-AF65-F5344CB8AC3E}">
        <p14:creationId xmlns:p14="http://schemas.microsoft.com/office/powerpoint/2010/main" val="162132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4" y="2433638"/>
            <a:ext cx="10391775" cy="3790951"/>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4" y="1444625"/>
            <a:ext cx="10391775"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69137425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388D9F-5DB2-700D-FD67-95E82E8C04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166266-1F3F-224E-4822-C952423EF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91268C-112E-1411-6FF1-4510E21CFF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22EC18-4E5B-4B1A-90AF-358FDCFADDDA}" type="datetimeFigureOut">
              <a:rPr lang="en-US" smtClean="0"/>
              <a:t>3/5/2026</a:t>
            </a:fld>
            <a:endParaRPr lang="en-US"/>
          </a:p>
        </p:txBody>
      </p:sp>
      <p:sp>
        <p:nvSpPr>
          <p:cNvPr id="5" name="Footer Placeholder 4">
            <a:extLst>
              <a:ext uri="{FF2B5EF4-FFF2-40B4-BE49-F238E27FC236}">
                <a16:creationId xmlns:a16="http://schemas.microsoft.com/office/drawing/2014/main" id="{872C756E-8022-F23C-7CB2-2F82FC603D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1E90E9-43B5-2003-658F-F822F7D5A2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6A6CAF-8AC9-44D4-BDB2-9647C85AEF30}" type="slidenum">
              <a:rPr lang="en-US" smtClean="0"/>
              <a:t>‹#›</a:t>
            </a:fld>
            <a:endParaRPr lang="en-US"/>
          </a:p>
        </p:txBody>
      </p:sp>
    </p:spTree>
    <p:extLst>
      <p:ext uri="{BB962C8B-B14F-4D97-AF65-F5344CB8AC3E}">
        <p14:creationId xmlns:p14="http://schemas.microsoft.com/office/powerpoint/2010/main" val="3439732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dirty="0"/>
              <a:t>AI Assisted Software Development</a:t>
            </a:r>
          </a:p>
        </p:txBody>
      </p:sp>
      <p:sp>
        <p:nvSpPr>
          <p:cNvPr id="3" name="Subtitle 2">
            <a:extLst>
              <a:ext uri="{FF2B5EF4-FFF2-40B4-BE49-F238E27FC236}">
                <a16:creationId xmlns:a16="http://schemas.microsoft.com/office/drawing/2014/main" id="{28E2B777-02FF-E266-D08C-4F8C7CD47026}"/>
              </a:ext>
            </a:extLst>
          </p:cNvPr>
          <p:cNvSpPr>
            <a:spLocks noGrp="1"/>
          </p:cNvSpPr>
          <p:nvPr>
            <p:ph type="subTitle" idx="1"/>
          </p:nvPr>
        </p:nvSpPr>
        <p:spPr/>
        <p:txBody>
          <a:bodyPr/>
          <a:lstStyle/>
          <a:p>
            <a:r>
              <a:rPr lang="en-US" dirty="0"/>
              <a:t>From Code to Copilot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2" y="365127"/>
            <a:ext cx="8928887" cy="703024"/>
          </a:xfrm>
        </p:spPr>
        <p:txBody>
          <a:bodyPr anchor="ctr">
            <a:normAutofit/>
          </a:bodyPr>
          <a:lstStyle/>
          <a:p>
            <a:r>
              <a:rPr lang="en-US" sz="4133" dirty="0"/>
              <a:t>John Michael Miller</a:t>
            </a:r>
          </a:p>
        </p:txBody>
      </p:sp>
      <p:graphicFrame>
        <p:nvGraphicFramePr>
          <p:cNvPr id="5" name="Content Placeholder 2">
            <a:extLst>
              <a:ext uri="{FF2B5EF4-FFF2-40B4-BE49-F238E27FC236}">
                <a16:creationId xmlns:a16="http://schemas.microsoft.com/office/drawing/2014/main" id="{964846E6-CB80-F8F9-C2F7-FF1AF5D1E33C}"/>
              </a:ext>
            </a:extLst>
          </p:cNvPr>
          <p:cNvGraphicFramePr>
            <a:graphicFrameLocks noGrp="1"/>
          </p:cNvGraphicFramePr>
          <p:nvPr>
            <p:ph idx="1"/>
          </p:nvPr>
        </p:nvGraphicFramePr>
        <p:xfrm>
          <a:off x="838200" y="1461483"/>
          <a:ext cx="10515600" cy="43513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1162822" y="4522463"/>
            <a:ext cx="9866357" cy="1200329"/>
          </a:xfrm>
          <a:prstGeom prst="rect">
            <a:avLst/>
          </a:prstGeom>
          <a:noFill/>
        </p:spPr>
        <p:txBody>
          <a:bodyPr wrap="square">
            <a:spAutoFit/>
          </a:bodyPr>
          <a:lstStyle/>
          <a:p>
            <a:pPr algn="ctr" defTabSz="914377">
              <a:spcBef>
                <a:spcPts val="1000"/>
              </a:spcBef>
              <a:defRPr/>
            </a:pPr>
            <a: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4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859228" y="2539587"/>
            <a:ext cx="8473541" cy="1702628"/>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3561857" y="1243627"/>
            <a:ext cx="5081523" cy="151175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14607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sz="4133" dirty="0"/>
              <a:t>AI Assisted Software Development</a:t>
            </a:r>
          </a:p>
        </p:txBody>
      </p:sp>
      <p:graphicFrame>
        <p:nvGraphicFramePr>
          <p:cNvPr id="5" name="Content Placeholder 2">
            <a:extLst>
              <a:ext uri="{FF2B5EF4-FFF2-40B4-BE49-F238E27FC236}">
                <a16:creationId xmlns:a16="http://schemas.microsoft.com/office/drawing/2014/main" id="{2B2D6827-DF9F-D1D0-2BBB-A2DB910F5134}"/>
              </a:ext>
            </a:extLst>
          </p:cNvPr>
          <p:cNvGraphicFramePr>
            <a:graphicFrameLocks noGrp="1"/>
          </p:cNvGraphicFramePr>
          <p:nvPr>
            <p:ph type="pic" sz="quarter" idx="10"/>
          </p:nvPr>
        </p:nvGraphicFramePr>
        <p:xfrm>
          <a:off x="899585" y="1303283"/>
          <a:ext cx="10392833" cy="49218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1075A7DB-B027-FDC5-B4A8-471F34D97340}"/>
              </a:ext>
            </a:extLst>
          </p:cNvPr>
          <p:cNvSpPr>
            <a:spLocks noGrp="1"/>
          </p:cNvSpPr>
          <p:nvPr>
            <p:ph type="body" sz="quarter" idx="11"/>
          </p:nvPr>
        </p:nvSpPr>
        <p:spPr/>
        <p:txBody>
          <a:bodyPr/>
          <a:lstStyle/>
          <a:p>
            <a:endParaRPr lang="en-US"/>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192</Words>
  <Application>Microsoft Office PowerPoint</Application>
  <PresentationFormat>Widescreen</PresentationFormat>
  <Paragraphs>23</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Noto Sans</vt:lpstr>
      <vt:lpstr>Office Theme</vt:lpstr>
      <vt:lpstr>AI Assisted Software Development</vt:lpstr>
      <vt:lpstr>John Michael Miller</vt:lpstr>
      <vt:lpstr>PowerPoint Presentation</vt:lpstr>
      <vt:lpstr>AI Assisted Software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cp:revision>
  <dcterms:created xsi:type="dcterms:W3CDTF">2026-03-06T02:48:14Z</dcterms:created>
  <dcterms:modified xsi:type="dcterms:W3CDTF">2026-03-06T02:49:18Z</dcterms:modified>
</cp:coreProperties>
</file>