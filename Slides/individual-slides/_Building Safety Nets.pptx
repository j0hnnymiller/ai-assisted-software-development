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407" r:id="rId2"/>
    <p:sldId id="408" r:id="rId3"/>
    <p:sldId id="409" r:id="rId4"/>
    <p:sldId id="410" r:id="rId5"/>
    <p:sldId id="411" r:id="rId6"/>
    <p:sldId id="41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676A6F0-1005-4C57-B548-E3E77D4B2FE0}">
          <p14:sldIdLst/>
        </p14:section>
        <p14:section name="Building Safety Nets" id="{BB1FDC41-8215-44AE-A17D-A765D01E9A0E}">
          <p14:sldIdLst>
            <p14:sldId id="407"/>
            <p14:sldId id="408"/>
            <p14:sldId id="409"/>
            <p14:sldId id="410"/>
            <p14:sldId id="411"/>
            <p14:sldId id="41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7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1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FEBFC6-B3A8-49B0-9BB5-60E15A9CA0A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60B21C-EC4F-497E-A510-C8B72CFC5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21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Introduce this module as the backbone of safe AI-assisted development. Safety nets ensure that modernization efforts do not destabilize working systems. Emphasize that brownfield systems deserve respect, and safety nets are how we honor that reality.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Reinforce that brownfield systems are valuable assets, not liabilities. Protection means minimizing risk, maintaining continuity, and ensuring that modernization is deliberate rather than accidental.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AI code reviews are not replacements for human reviews — they are accelerators. They help catch issues early and provide a second set of eyes that never gets tired.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Humans bring judgment, domain knowledge, and intuition — things AI cannot replicate. The combination of AI and human review creates a multi-layered safety 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Test automation is the ultimate safety net. Without tests, AI-assisted development becomes guesswork. With tests, it becomes a controlled, predictable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Encourage participants to treat this as a real modernization planning session. The goal is not to fix everything — it’s to identify gaps and build a roadmap for safer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B2BFB-72A4-3A83-7C8D-D61EA5BF83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EB44C6-43DD-4256-535A-BE4CE1FFC3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27661-480D-50FD-0C9A-55F375D6C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A9A37-8022-417D-B36A-61E93DD11CF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31979-E7A6-0B4A-C25D-088FF3B87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E7BF0-BE6D-BFFF-B47A-C84BEB8C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A4332-CCC2-4905-A104-BF7392C45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602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7E4E1-007D-5A2D-5427-50E4F984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9B8C5-49AD-DB10-0EA6-45F5A2EC1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9BF85-5A89-5078-6F98-B5A0DA85D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A9A37-8022-417D-B36A-61E93DD11CF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FAC79-8017-B536-5CF9-8AC80A2D5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313B9-A9C7-21A1-BB1C-7A7648958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A4332-CCC2-4905-A104-BF7392C45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9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510FF-A38E-245B-1550-107C6E9BA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463CB-6597-BA98-0299-DF485E9B5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ADC33-BBF4-FCFA-05A5-78471F96F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A9A37-8022-417D-B36A-61E93DD11CF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089B3-BEDB-DD23-5F2C-FB2663C69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C9872-E8DA-AC30-AEDE-C4484DBA2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A4332-CCC2-4905-A104-BF7392C45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135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6FB88-9089-1D67-745C-38DAFF941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0ED67-0ADC-169B-D3BB-02C8B7D7F0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D227E0-DF87-A149-9212-5CBF88CCAA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55D824-5D5E-6826-46F4-44F721E82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A9A37-8022-417D-B36A-61E93DD11CF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00280F-682B-8EC9-ADD3-511215DC7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7B3C84-7B01-CCC3-F416-464C12347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A4332-CCC2-4905-A104-BF7392C45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368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2CAD6-637A-ED36-0DA8-E809B14C6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76EEAE-3C60-4629-60EA-F0303459D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CCE2BC-8157-D9A9-763B-AA10B14B80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15AF9A-EC78-9063-2BD5-9A2A240175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13BD2E-89C7-CE99-B44D-E3C90303CB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F019D7-4A0D-1B14-EDE6-5FCA3B819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A9A37-8022-417D-B36A-61E93DD11CF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7F180D-8ACD-F481-2986-0C7B9CE86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EEDB68-039C-D8CA-D866-FDAE12BA1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A4332-CCC2-4905-A104-BF7392C45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798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843C5-CC1A-88E8-2AA8-FDEABC2CA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48FABE-0B21-4521-D017-D4303693D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A9A37-8022-417D-B36A-61E93DD11CF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833BB9-E87E-2EBE-FF02-269396227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A31009-7102-F180-B15D-1D0D21C3D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A4332-CCC2-4905-A104-BF7392C45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74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E0B813-0DDE-EDF0-9C72-EB082B49E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A9A37-8022-417D-B36A-61E93DD11CF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67862A-589E-38E7-CE27-711D6BD77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4FC002-FBF6-86BB-DE1E-87AF64D1D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A4332-CCC2-4905-A104-BF7392C45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921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8A8DB-636A-195F-AA30-2F44EEFFB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4CBC7-72EC-BF08-6C20-D62A23B3B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8C2A09-6F3E-8A98-C354-0F7C39A36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1FE49D-F674-6B01-AF54-A7FF8975A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A9A37-8022-417D-B36A-61E93DD11CF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F8D1BB-5B74-4F89-FAC3-980B62ED1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5FF9C2-2284-FA41-10DD-19A9E97BF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A4332-CCC2-4905-A104-BF7392C45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734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33038-3268-DF9B-C349-8C3BACCB3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6787B0-EB23-FC09-6F7A-A7C6D32B9E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F1010D-EC56-688B-8DAD-8FE5ED9440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F0BF8-7814-6B5F-D76D-0AD475212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A9A37-8022-417D-B36A-61E93DD11CF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F9C904-DF7F-5EA6-C0A9-638342683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9C58E9-FE36-5520-8536-A9CBDCA6B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A4332-CCC2-4905-A104-BF7392C45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59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01DEB-15B7-818D-80A7-DD2FFF1B0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FFA6F8-94F2-BC39-3615-2EC9AB2783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826BF-3C46-7DD2-2CAD-B0F42689A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A9A37-8022-417D-B36A-61E93DD11CF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4A2F5-ADAB-A3FF-B3A8-3F7024BA4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A289C-27CE-8D9B-1185-1711CB45F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A4332-CCC2-4905-A104-BF7392C45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402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2AED75-2FDD-370E-3F9F-C76FA90246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23F39D-0574-5ECB-A8AE-A0D0AB58FD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22473-BADC-90A0-FD07-B2AA97F8B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A9A37-8022-417D-B36A-61E93DD11CF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46DE2-34BC-7BA7-9666-434DB4739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D314C-DBBF-D974-0787-3CA358315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A4332-CCC2-4905-A104-BF7392C45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693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416C7E-A29C-D716-8437-4A5A71AAB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A8463-D0D8-55DF-31AB-DF1494137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FD185-C22F-5A4C-8865-0A855E7AA4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9A9A37-8022-417D-B36A-61E93DD11CF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6828A-2E18-FFF9-041B-164B24DD9E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187315-4FE9-D01F-738D-B6680D8433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8A4332-CCC2-4905-A104-BF7392C45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512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Building Safety Nets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Protecting brownfield codebases</a:t>
            </a:r>
          </a:p>
          <a:p>
            <a:pPr lvl="0"/>
            <a:r>
              <a:t>Leveraging AI code reviews</a:t>
            </a:r>
          </a:p>
          <a:p>
            <a:pPr lvl="0"/>
            <a:r>
              <a:t>Effective human code reviews</a:t>
            </a:r>
          </a:p>
          <a:p>
            <a:pPr lvl="0"/>
            <a:r>
              <a:t>The role of test automation</a:t>
            </a:r>
          </a:p>
          <a:p>
            <a:pPr lvl="0"/>
            <a:r>
              <a:t>Exercise: Building safety nets in practice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Protecting Brownfield Codebases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/>
              <a:t>Key Practices</a:t>
            </a:r>
          </a:p>
          <a:p>
            <a:pPr lvl="0"/>
            <a:r>
              <a:t>Preserve existing behavior unless intentionally changed</a:t>
            </a:r>
          </a:p>
          <a:p>
            <a:pPr lvl="0"/>
            <a:r>
              <a:t>Avoid large, risky refactors</a:t>
            </a:r>
          </a:p>
          <a:p>
            <a:pPr lvl="0"/>
            <a:r>
              <a:t>Use incremental modernization</a:t>
            </a:r>
          </a:p>
          <a:p>
            <a:pPr lvl="0"/>
            <a:r>
              <a:t>Maintain architectural boundaries</a:t>
            </a:r>
          </a:p>
          <a:p>
            <a:pPr lvl="0"/>
            <a:r>
              <a:t>Document every AI-assisted change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/>
              <a:t>Why it matters</a:t>
            </a:r>
          </a:p>
          <a:p>
            <a:pPr lvl="0"/>
            <a:r>
              <a:t>Brownfield systems run the business</a:t>
            </a:r>
          </a:p>
          <a:p>
            <a:pPr lvl="0"/>
            <a:r>
              <a:t>Stability is more important than novelty</a:t>
            </a:r>
          </a:p>
          <a:p>
            <a:pPr lvl="0"/>
            <a:r>
              <a:t>Safety nets reduce fear and increase confidence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Leveraging AI Code Reviews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/>
              <a:t>AI can assist by:</a:t>
            </a:r>
          </a:p>
          <a:p>
            <a:pPr lvl="0"/>
            <a:r>
              <a:t>Highlighting risky changes</a:t>
            </a:r>
          </a:p>
          <a:p>
            <a:pPr lvl="0"/>
            <a:r>
              <a:t>Detecting missing tests</a:t>
            </a:r>
          </a:p>
          <a:p>
            <a:pPr lvl="0"/>
            <a:r>
              <a:t>Identifying architectural violations</a:t>
            </a:r>
          </a:p>
          <a:p>
            <a:pPr lvl="0"/>
            <a:r>
              <a:t>Suggesting safer alternatives</a:t>
            </a:r>
          </a:p>
          <a:p>
            <a:pPr lvl="0"/>
            <a:r>
              <a:t>Surfacing potential regressions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/>
              <a:t>Benefits</a:t>
            </a:r>
          </a:p>
          <a:p>
            <a:pPr lvl="0"/>
            <a:r>
              <a:t>Faster feedback loops</a:t>
            </a:r>
          </a:p>
          <a:p>
            <a:pPr lvl="0"/>
            <a:r>
              <a:t>More consistent review quality</a:t>
            </a:r>
          </a:p>
          <a:p>
            <a:pPr lvl="0"/>
            <a:r>
              <a:t>Early detection of drift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Effective Human Code Reviews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/>
              <a:t>Human reviewers focus on:</a:t>
            </a:r>
          </a:p>
          <a:p>
            <a:pPr lvl="0"/>
            <a:r>
              <a:t>Intent and correctness</a:t>
            </a:r>
          </a:p>
          <a:p>
            <a:pPr lvl="0"/>
            <a:r>
              <a:t>Architectural alignment</a:t>
            </a:r>
          </a:p>
          <a:p>
            <a:pPr lvl="0"/>
            <a:r>
              <a:t>Business logic validation</a:t>
            </a:r>
          </a:p>
          <a:p>
            <a:pPr lvl="0"/>
            <a:r>
              <a:t>Risk assessment</a:t>
            </a:r>
          </a:p>
          <a:p>
            <a:pPr lvl="0"/>
            <a:r>
              <a:t>Ensuring changes are incremental and reversible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/>
              <a:t>Best practices</a:t>
            </a:r>
          </a:p>
          <a:p>
            <a:pPr lvl="0"/>
            <a:r>
              <a:t>Review small change sets</a:t>
            </a:r>
          </a:p>
          <a:p>
            <a:pPr lvl="0"/>
            <a:r>
              <a:t>Ask for context when missing</a:t>
            </a:r>
          </a:p>
          <a:p>
            <a:pPr lvl="0"/>
            <a:r>
              <a:t>Validate AI-generated code with skepticism and curiosity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The Role of Test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/>
              <a:t>Test automation provides:</a:t>
            </a:r>
          </a:p>
          <a:p>
            <a:pPr lvl="0"/>
            <a:r>
              <a:t>Behavioral guarantees</a:t>
            </a:r>
          </a:p>
          <a:p>
            <a:pPr lvl="0"/>
            <a:r>
              <a:t>Regression detection</a:t>
            </a:r>
          </a:p>
          <a:p>
            <a:pPr lvl="0"/>
            <a:r>
              <a:t>Confidence for modernization</a:t>
            </a:r>
          </a:p>
          <a:p>
            <a:pPr lvl="0"/>
            <a:r>
              <a:t>Guardrails for AI-assisted refactoring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/>
              <a:t>Types of tests</a:t>
            </a:r>
          </a:p>
          <a:p>
            <a:pPr lvl="0"/>
            <a:r>
              <a:t>Unit tests</a:t>
            </a:r>
          </a:p>
          <a:p>
            <a:pPr lvl="0"/>
            <a:r>
              <a:t>Integration tests</a:t>
            </a:r>
          </a:p>
          <a:p>
            <a:pPr lvl="0"/>
            <a:r>
              <a:t>End-to-end tests</a:t>
            </a:r>
          </a:p>
          <a:p>
            <a:pPr lvl="0"/>
            <a:r>
              <a:t>Snapshot and contract tests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Exercise: Building the Safety Nets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62500" lnSpcReduction="2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 dirty="0"/>
              <a:t>Duration</a:t>
            </a:r>
          </a:p>
          <a:p>
            <a:pPr marL="0" indent="0">
              <a:buNone/>
            </a:pPr>
            <a:r>
              <a:rPr dirty="0"/>
              <a:t>20 minutes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Objectives</a:t>
            </a:r>
          </a:p>
          <a:p>
            <a:pPr lvl="0"/>
            <a:r>
              <a:rPr dirty="0"/>
              <a:t>Identify missing safety nets in a brownfield system</a:t>
            </a:r>
          </a:p>
          <a:p>
            <a:pPr lvl="0"/>
            <a:r>
              <a:rPr dirty="0"/>
              <a:t>Strengthen protection using AI and human review practices</a:t>
            </a:r>
          </a:p>
          <a:p>
            <a:pPr lvl="0"/>
            <a:r>
              <a:rPr dirty="0"/>
              <a:t>Apply test automation principles</a:t>
            </a:r>
          </a:p>
          <a:p>
            <a:pPr lvl="0"/>
            <a:r>
              <a:rPr dirty="0"/>
              <a:t>Produce actionable improvements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Activities</a:t>
            </a:r>
          </a:p>
          <a:p>
            <a:pPr marL="457189" indent="-457189">
              <a:buAutoNum type="arabicPeriod"/>
            </a:pPr>
            <a:r>
              <a:rPr dirty="0"/>
              <a:t>Select a brownfield module or file.</a:t>
            </a:r>
          </a:p>
          <a:p>
            <a:pPr marL="457189" indent="-457189">
              <a:buAutoNum type="arabicPeriod"/>
            </a:pPr>
            <a:r>
              <a:rPr dirty="0"/>
              <a:t>Identify existing safety nets (tests, reviews, documentation).</a:t>
            </a:r>
          </a:p>
          <a:p>
            <a:pPr marL="457189" indent="-457189">
              <a:buAutoNum type="arabicPeriod"/>
            </a:pPr>
            <a:r>
              <a:rPr dirty="0"/>
              <a:t>Ask AI to identify missing or weak safety nets.</a:t>
            </a:r>
          </a:p>
          <a:p>
            <a:pPr marL="457189" indent="-457189">
              <a:buAutoNum type="arabicPeriod"/>
            </a:pPr>
            <a:r>
              <a:rPr dirty="0"/>
              <a:t>Strengthen the safety nets by:</a:t>
            </a:r>
          </a:p>
          <a:p>
            <a:pPr lvl="1"/>
            <a:r>
              <a:rPr dirty="0"/>
              <a:t>Adding or updating tests</a:t>
            </a:r>
          </a:p>
          <a:p>
            <a:pPr lvl="1"/>
            <a:r>
              <a:rPr dirty="0"/>
              <a:t>Drafting review checklists</a:t>
            </a:r>
          </a:p>
          <a:p>
            <a:pPr lvl="1"/>
            <a:r>
              <a:rPr dirty="0"/>
              <a:t>Documenting architectural constraints</a:t>
            </a:r>
          </a:p>
          <a:p>
            <a:pPr marL="457189" indent="-457189">
              <a:buAutoNum type="arabicPeriod"/>
            </a:pPr>
            <a:r>
              <a:rPr dirty="0"/>
              <a:t>Share findings with a partner for validation.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Success Criteria</a:t>
            </a:r>
          </a:p>
          <a:p>
            <a:pPr lvl="0"/>
            <a:r>
              <a:rPr dirty="0"/>
              <a:t>Missing safety nets are clearly identified</a:t>
            </a:r>
          </a:p>
          <a:p>
            <a:pPr lvl="0"/>
            <a:r>
              <a:rPr dirty="0"/>
              <a:t>Proposed improvements are safe and incremental</a:t>
            </a:r>
          </a:p>
          <a:p>
            <a:pPr lvl="0"/>
            <a:r>
              <a:rPr dirty="0"/>
              <a:t>Test coverage or clarity is improved</a:t>
            </a:r>
          </a:p>
          <a:p>
            <a:pPr lvl="0"/>
            <a:r>
              <a:rPr dirty="0"/>
              <a:t>Review and documentation guardrails are strengthened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490</Words>
  <Application>Microsoft Office PowerPoint</Application>
  <PresentationFormat>Widescreen</PresentationFormat>
  <Paragraphs>84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Building Safety Nets</vt:lpstr>
      <vt:lpstr>Protecting Brownfield Codebases</vt:lpstr>
      <vt:lpstr>Leveraging AI Code Reviews</vt:lpstr>
      <vt:lpstr>Effective Human Code Reviews</vt:lpstr>
      <vt:lpstr>The Role of Test Automation</vt:lpstr>
      <vt:lpstr>Exercise: Building the Safety Nets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Miller</dc:creator>
  <cp:lastModifiedBy>John Miller</cp:lastModifiedBy>
  <cp:revision>1</cp:revision>
  <dcterms:created xsi:type="dcterms:W3CDTF">2026-03-05T20:58:49Z</dcterms:created>
  <dcterms:modified xsi:type="dcterms:W3CDTF">2026-03-05T20:59:17Z</dcterms:modified>
</cp:coreProperties>
</file>