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notesMaster" Target="notesMasters/notesMaster1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this module as the backbone of safe AI-assisted development. Safety nets ensure that modernization efforts do not destabilize working systems. Emphasize that brownfield systems deserve respect, and safety nets are how we honor that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Reinforce that brownfield systems are valuable assets, not liabilities. Protection means minimizing risk, maintaining continuity, and ensuring that modernization is deliberate rather than accidental.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code reviews are not replacements for human reviews — they are accelerators. They help catch issues early and provide a second set of eyes that never gets tired.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Humans bring judgment, domain knowledge, and intuition — things AI cannot replicate. The combination of AI and human review creates a multi-layered safety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automation is the ultimate safety net. Without tests, AI-assisted development becomes guesswork. With tests, it becomes a controlled, predictable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Encourage participants to treat this as a real modernization planning session. The goal is not to fix everything — it’s to identify gaps and build a roadmap for safer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Safety Nets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Building Safety 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Protecting brownfield codebases</a:t>
            </a:r>
          </a:p>
          <a:p>
            <a:pPr lvl="0"/>
            <a:r>
              <a:rPr/>
              <a:t>Leveraging AI code reviews</a:t>
            </a:r>
          </a:p>
          <a:p>
            <a:pPr lvl="0"/>
            <a:r>
              <a:rPr/>
              <a:t>Effective human code reviews</a:t>
            </a:r>
          </a:p>
          <a:p>
            <a:pPr lvl="0"/>
            <a:r>
              <a:rPr/>
              <a:t>The role of test automation</a:t>
            </a:r>
          </a:p>
          <a:p>
            <a:pPr lvl="0"/>
            <a:r>
              <a:rPr/>
              <a:t>Exercise: Building safety nets in practice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Protecting Brownfield Codebases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Practices</a:t>
            </a:r>
          </a:p>
          <a:p>
            <a:pPr lvl="0"/>
            <a:r>
              <a:rPr/>
              <a:t>Preserve existing behavior unless intentionally changed</a:t>
            </a:r>
          </a:p>
          <a:p>
            <a:pPr lvl="0"/>
            <a:r>
              <a:rPr/>
              <a:t>Avoid large, risky refactors</a:t>
            </a:r>
          </a:p>
          <a:p>
            <a:pPr lvl="0"/>
            <a:r>
              <a:rPr/>
              <a:t>Use incremental modernization</a:t>
            </a:r>
          </a:p>
          <a:p>
            <a:pPr lvl="0"/>
            <a:r>
              <a:rPr/>
              <a:t>Maintain architectural boundaries</a:t>
            </a:r>
          </a:p>
          <a:p>
            <a:pPr lvl="0"/>
            <a:r>
              <a:rPr/>
              <a:t>Document every AI-assisted change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it matters</a:t>
            </a:r>
          </a:p>
          <a:p>
            <a:pPr lvl="0"/>
            <a:r>
              <a:rPr/>
              <a:t>Brownfield systems run the business</a:t>
            </a:r>
          </a:p>
          <a:p>
            <a:pPr lvl="0"/>
            <a:r>
              <a:rPr/>
              <a:t>Stability is more important than novelty</a:t>
            </a:r>
          </a:p>
          <a:p>
            <a:pPr lvl="0"/>
            <a:r>
              <a:rPr/>
              <a:t>Safety nets reduce fear and increase confidence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Leveraging AI Code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can assist by:</a:t>
            </a:r>
          </a:p>
          <a:p>
            <a:pPr lvl="0"/>
            <a:r>
              <a:rPr/>
              <a:t>Highlighting risky changes</a:t>
            </a:r>
          </a:p>
          <a:p>
            <a:pPr lvl="0"/>
            <a:r>
              <a:rPr/>
              <a:t>Detecting missing tests</a:t>
            </a:r>
          </a:p>
          <a:p>
            <a:pPr lvl="0"/>
            <a:r>
              <a:rPr/>
              <a:t>Identifying architectural violations</a:t>
            </a:r>
          </a:p>
          <a:p>
            <a:pPr lvl="0"/>
            <a:r>
              <a:rPr/>
              <a:t>Suggesting safer alternatives</a:t>
            </a:r>
          </a:p>
          <a:p>
            <a:pPr lvl="0"/>
            <a:r>
              <a:rPr/>
              <a:t>Surfacing potential regressions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  <a:p>
            <a:pPr lvl="0"/>
            <a:r>
              <a:rPr/>
              <a:t>Faster feedback loops</a:t>
            </a:r>
          </a:p>
          <a:p>
            <a:pPr lvl="0"/>
            <a:r>
              <a:rPr/>
              <a:t>More consistent review quality</a:t>
            </a:r>
          </a:p>
          <a:p>
            <a:pPr lvl="0"/>
            <a:r>
              <a:rPr/>
              <a:t>Early detection of drift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Effective Human Code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Human reviewers focus on:</a:t>
            </a:r>
          </a:p>
          <a:p>
            <a:pPr lvl="0"/>
            <a:r>
              <a:rPr/>
              <a:t>Intent and correctness</a:t>
            </a:r>
          </a:p>
          <a:p>
            <a:pPr lvl="0"/>
            <a:r>
              <a:rPr/>
              <a:t>Architectural alignment</a:t>
            </a:r>
          </a:p>
          <a:p>
            <a:pPr lvl="0"/>
            <a:r>
              <a:rPr/>
              <a:t>Business logic validation</a:t>
            </a:r>
          </a:p>
          <a:p>
            <a:pPr lvl="0"/>
            <a:r>
              <a:rPr/>
              <a:t>Risk assessment</a:t>
            </a:r>
          </a:p>
          <a:p>
            <a:pPr lvl="0"/>
            <a:r>
              <a:rPr/>
              <a:t>Ensuring changes are incremental and reversible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Best practices</a:t>
            </a:r>
          </a:p>
          <a:p>
            <a:pPr lvl="0"/>
            <a:r>
              <a:rPr/>
              <a:t>Review small change sets</a:t>
            </a:r>
          </a:p>
          <a:p>
            <a:pPr lvl="0"/>
            <a:r>
              <a:rPr/>
              <a:t>Ask for context when missing</a:t>
            </a:r>
          </a:p>
          <a:p>
            <a:pPr lvl="0"/>
            <a:r>
              <a:rPr/>
              <a:t>Validate AI-generated code with skepticism and curiosity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Role of Test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automation provides:</a:t>
            </a:r>
          </a:p>
          <a:p>
            <a:pPr lvl="0"/>
            <a:r>
              <a:rPr/>
              <a:t>Behavioral guarantees</a:t>
            </a:r>
          </a:p>
          <a:p>
            <a:pPr lvl="0"/>
            <a:r>
              <a:rPr/>
              <a:t>Regression detection</a:t>
            </a:r>
          </a:p>
          <a:p>
            <a:pPr lvl="0"/>
            <a:r>
              <a:rPr/>
              <a:t>Confidence for modernization</a:t>
            </a:r>
          </a:p>
          <a:p>
            <a:pPr lvl="0"/>
            <a:r>
              <a:rPr/>
              <a:t>Guardrails for AI-assisted refactoring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Types of tests</a:t>
            </a:r>
          </a:p>
          <a:p>
            <a:pPr lvl="0"/>
            <a:r>
              <a:rPr/>
              <a:t>Unit tests</a:t>
            </a:r>
          </a:p>
          <a:p>
            <a:pPr lvl="0"/>
            <a:r>
              <a:rPr/>
              <a:t>Integration tests</a:t>
            </a:r>
          </a:p>
          <a:p>
            <a:pPr lvl="0"/>
            <a:r>
              <a:rPr/>
              <a:t>End-to-end tests</a:t>
            </a:r>
          </a:p>
          <a:p>
            <a:pPr lvl="0"/>
            <a:r>
              <a:rPr/>
              <a:t>Snapshot and contract tests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Exercise: Building the Safety 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Duration</a:t>
            </a:r>
          </a:p>
          <a:p>
            <a:pPr lvl="0" indent="0" marL="0">
              <a:buNone/>
            </a:pPr>
            <a:r>
              <a:rPr/>
              <a:t>20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/>
            <a:r>
              <a:rPr/>
              <a:t>Identify missing safety nets in a brownfield system</a:t>
            </a:r>
          </a:p>
          <a:p>
            <a:pPr lvl="0"/>
            <a:r>
              <a:rPr/>
              <a:t>Strengthen protection using AI and human review practices</a:t>
            </a:r>
          </a:p>
          <a:p>
            <a:pPr lvl="0"/>
            <a:r>
              <a:rPr/>
              <a:t>Apply test automation principles</a:t>
            </a:r>
          </a:p>
          <a:p>
            <a:pPr lvl="0"/>
            <a:r>
              <a:rPr/>
              <a:t>Produce actionable improvements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Activities</a:t>
            </a:r>
          </a:p>
          <a:p>
            <a:pPr lvl="0" indent="-342900" marL="342900">
              <a:buAutoNum type="arabicPeriod"/>
            </a:pPr>
            <a:r>
              <a:rPr/>
              <a:t>Select a brownfield module or file.</a:t>
            </a:r>
          </a:p>
          <a:p>
            <a:pPr lvl="0" indent="-342900" marL="342900">
              <a:buAutoNum type="arabicPeriod"/>
            </a:pPr>
            <a:r>
              <a:rPr/>
              <a:t>Identify existing safety nets (tests, reviews, documentation).</a:t>
            </a:r>
          </a:p>
          <a:p>
            <a:pPr lvl="0" indent="-342900" marL="342900">
              <a:buAutoNum type="arabicPeriod"/>
            </a:pPr>
            <a:r>
              <a:rPr/>
              <a:t>Ask AI to identify missing or weak safety nets.</a:t>
            </a:r>
          </a:p>
          <a:p>
            <a:pPr lvl="0" indent="-342900" marL="342900">
              <a:buAutoNum type="arabicPeriod"/>
            </a:pPr>
            <a:r>
              <a:rPr/>
              <a:t>Strengthen the safety nets by:</a:t>
            </a:r>
          </a:p>
          <a:p>
            <a:pPr lvl="1"/>
            <a:r>
              <a:rPr/>
              <a:t>Adding or updating tests</a:t>
            </a:r>
          </a:p>
          <a:p>
            <a:pPr lvl="1"/>
            <a:r>
              <a:rPr/>
              <a:t>Drafting review checklists</a:t>
            </a:r>
          </a:p>
          <a:p>
            <a:pPr lvl="1"/>
            <a:r>
              <a:rPr/>
              <a:t>Documenting architectural constraints</a:t>
            </a:r>
          </a:p>
          <a:p>
            <a:pPr lvl="0" indent="-342900" marL="342900">
              <a:buAutoNum type="arabicPeriod"/>
            </a:pPr>
            <a:r>
              <a:rPr/>
              <a:t>Share findings with a partner for validation.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Success Criteria</a:t>
            </a:r>
          </a:p>
          <a:p>
            <a:pPr lvl="0"/>
            <a:r>
              <a:rPr/>
              <a:t>Missing safety nets are clearly identified</a:t>
            </a:r>
          </a:p>
          <a:p>
            <a:pPr lvl="0"/>
            <a:r>
              <a:rPr/>
              <a:t>Proposed improvements are safe and incremental</a:t>
            </a:r>
          </a:p>
          <a:p>
            <a:pPr lvl="0"/>
            <a:r>
              <a:rPr/>
              <a:t>Test coverage or clarity is improved</a:t>
            </a:r>
          </a:p>
          <a:p>
            <a:pPr lvl="0"/>
            <a:r>
              <a:rPr/>
              <a:t>Review and documentation guardrails are strengthened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Safety Nets</dc:title>
  <dc:creator/>
  <cp:keywords/>
  <dcterms:created xsi:type="dcterms:W3CDTF">2026-02-04T20:44:16Z</dcterms:created>
  <dcterms:modified xsi:type="dcterms:W3CDTF">2026-02-04T20:44:16Z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