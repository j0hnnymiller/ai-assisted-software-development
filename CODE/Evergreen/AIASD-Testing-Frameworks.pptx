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notesMaster" Target="notesMasters/notesMaster1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this module as the backbone of safe AI-assisted development. Testing frameworks are the ultimate guardrail — they allow teams to modernize brownfield systems confidently and incrementally. Emphasize that robust tests are not optional; they are the foundation of evergreen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AI accelerates test creation dramatically, but humans still validate correctness and intent. Comprehensive test suites give teams the confidence to refactor and modernize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suites age just like code. Without maintenance, they become brittle, noisy, or misleading. Encourage teams to treat test suites as living artifacts that evolve with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is excellent at pattern detection and coverage suggestions, but humans validate whether tests reflect real business rules. Together, they create a multi-layered validation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 coverage numbers can be deceptive. The goal is not 100% coverage — it’s meaningful coverage that protects behavior without creating maintenance burdens. Encourage teams to focus on value, not vanity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treat this as a real modernization task. The goal is not to generate as many tests as possible — it’s to improve the safety and clarity of the testing framework in a targeted, maintainable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Robust Testing Frameworks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Creating Robust Testing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Generating comprehensive test suites</a:t>
            </a:r>
          </a:p>
          <a:p>
            <a:pPr lvl="0"/>
            <a:r>
              <a:rPr/>
              <a:t>Managing test suites over time</a:t>
            </a:r>
          </a:p>
          <a:p>
            <a:pPr lvl="0"/>
            <a:r>
              <a:rPr/>
              <a:t>Test review and validation strategies</a:t>
            </a:r>
          </a:p>
          <a:p>
            <a:pPr lvl="0"/>
            <a:r>
              <a:rPr/>
              <a:t>Balancing test coverage with maintainability</a:t>
            </a:r>
          </a:p>
          <a:p>
            <a:pPr lvl="0"/>
            <a:r>
              <a:rPr/>
              <a:t>Exercise: Strengthening your testing framework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Generating Comprehensive Test Suites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help generate:</a:t>
            </a:r>
          </a:p>
          <a:p>
            <a:pPr lvl="0"/>
            <a:r>
              <a:rPr/>
              <a:t>Unit tests</a:t>
            </a:r>
          </a:p>
          <a:p>
            <a:pPr lvl="0"/>
            <a:r>
              <a:rPr/>
              <a:t>Integration tests</a:t>
            </a:r>
          </a:p>
          <a:p>
            <a:pPr lvl="0"/>
            <a:r>
              <a:rPr/>
              <a:t>End-to-end tests</a:t>
            </a:r>
          </a:p>
          <a:p>
            <a:pPr lvl="0"/>
            <a:r>
              <a:rPr/>
              <a:t>Snapshot and contract tests</a:t>
            </a:r>
          </a:p>
          <a:p>
            <a:pPr lvl="0"/>
            <a:r>
              <a:rPr/>
              <a:t>Edge-case and regression tests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Faster coverage expansion</a:t>
            </a:r>
          </a:p>
          <a:p>
            <a:pPr lvl="0"/>
            <a:r>
              <a:rPr/>
              <a:t>Consistent test structure</a:t>
            </a:r>
          </a:p>
          <a:p>
            <a:pPr lvl="0"/>
            <a:r>
              <a:rPr/>
              <a:t>Reduced onboarding time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Managing Test Suites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Practices</a:t>
            </a:r>
          </a:p>
          <a:p>
            <a:pPr lvl="0"/>
            <a:r>
              <a:rPr/>
              <a:t>Regularly prune obsolete tests</a:t>
            </a:r>
          </a:p>
          <a:p>
            <a:pPr lvl="0"/>
            <a:r>
              <a:rPr/>
              <a:t>Update tests alongside code changes</a:t>
            </a:r>
          </a:p>
          <a:p>
            <a:pPr lvl="0"/>
            <a:r>
              <a:rPr/>
              <a:t>Maintain clear naming and structure</a:t>
            </a:r>
          </a:p>
          <a:p>
            <a:pPr lvl="0"/>
            <a:r>
              <a:rPr/>
              <a:t>Use coverage reports to guide improvements</a:t>
            </a:r>
          </a:p>
          <a:p>
            <a:pPr lvl="0"/>
            <a:r>
              <a:rPr/>
              <a:t>Version-control test strategy documents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Test Review &amp; Validation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AI-assisted review can:</a:t>
            </a:r>
          </a:p>
          <a:p>
            <a:pPr lvl="0"/>
            <a:r>
              <a:rPr/>
              <a:t>Detect missing assertions</a:t>
            </a:r>
          </a:p>
          <a:p>
            <a:pPr lvl="0"/>
            <a:r>
              <a:rPr/>
              <a:t>Identify redundant tests</a:t>
            </a:r>
          </a:p>
          <a:p>
            <a:pPr lvl="0"/>
            <a:r>
              <a:rPr/>
              <a:t>Suggest edge cases</a:t>
            </a:r>
          </a:p>
          <a:p>
            <a:pPr lvl="0"/>
            <a:r>
              <a:rPr/>
              <a:t>Flag inconsistent patterns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Human reviewers focus on:</a:t>
            </a:r>
          </a:p>
          <a:p>
            <a:pPr lvl="0"/>
            <a:r>
              <a:rPr/>
              <a:t>Intent correctness</a:t>
            </a:r>
          </a:p>
          <a:p>
            <a:pPr lvl="0"/>
            <a:r>
              <a:rPr/>
              <a:t>Business logic validation</a:t>
            </a:r>
          </a:p>
          <a:p>
            <a:pPr lvl="0"/>
            <a:r>
              <a:rPr/>
              <a:t>Architectural alignment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Balancing Test Coverage with 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Principles</a:t>
            </a:r>
          </a:p>
          <a:p>
            <a:pPr lvl="0"/>
            <a:r>
              <a:rPr/>
              <a:t>Aim for meaningful coverage, not maximal coverage</a:t>
            </a:r>
          </a:p>
          <a:p>
            <a:pPr lvl="0"/>
            <a:r>
              <a:rPr/>
              <a:t>Prioritize high-risk and high-change areas</a:t>
            </a:r>
          </a:p>
          <a:p>
            <a:pPr lvl="0"/>
            <a:r>
              <a:rPr/>
              <a:t>Avoid over-testing implementation details</a:t>
            </a:r>
          </a:p>
          <a:p>
            <a:pPr lvl="0"/>
            <a:r>
              <a:rPr/>
              <a:t>Keep tests readable and maintainable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Strengthening Your 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20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Identify gaps in an existing test suite</a:t>
            </a:r>
          </a:p>
          <a:p>
            <a:pPr lvl="0"/>
            <a:r>
              <a:rPr/>
              <a:t>Use AI to generate missing tests</a:t>
            </a:r>
          </a:p>
          <a:p>
            <a:pPr lvl="0"/>
            <a:r>
              <a:rPr/>
              <a:t>Improve maintainability and structure</a:t>
            </a:r>
          </a:p>
          <a:p>
            <a:pPr lvl="0"/>
            <a:r>
              <a:rPr/>
              <a:t>Validate tests for correctness and intent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brownfield module or function.</a:t>
            </a:r>
          </a:p>
          <a:p>
            <a:pPr lvl="0" indent="-342900" marL="342900">
              <a:buAutoNum type="arabicPeriod"/>
            </a:pPr>
            <a:r>
              <a:rPr/>
              <a:t>Review existing tests for:</a:t>
            </a:r>
          </a:p>
          <a:p>
            <a:pPr lvl="1"/>
            <a:r>
              <a:rPr/>
              <a:t>Coverage gaps</a:t>
            </a:r>
          </a:p>
          <a:p>
            <a:pPr lvl="1"/>
            <a:r>
              <a:rPr/>
              <a:t>Redundant or brittle tests</a:t>
            </a:r>
          </a:p>
          <a:p>
            <a:pPr lvl="1"/>
            <a:r>
              <a:rPr/>
              <a:t>Missing edge cases</a:t>
            </a:r>
          </a:p>
          <a:p>
            <a:pPr lvl="0" indent="-342900" marL="342900">
              <a:buAutoNum type="arabicPeriod"/>
            </a:pPr>
            <a:r>
              <a:rPr/>
              <a:t>Ask AI to generate missing tests.</a:t>
            </a:r>
          </a:p>
          <a:p>
            <a:pPr lvl="0" indent="-342900" marL="342900">
              <a:buAutoNum type="arabicPeriod"/>
            </a:pPr>
            <a:r>
              <a:rPr/>
              <a:t>Validate AI-generated tests for correctness.</a:t>
            </a:r>
          </a:p>
          <a:p>
            <a:pPr lvl="0" indent="-342900" marL="342900">
              <a:buAutoNum type="arabicPeriod"/>
            </a:pPr>
            <a:r>
              <a:rPr/>
              <a:t>Refactor or reorganize tests for clarity.</a:t>
            </a:r>
          </a:p>
          <a:p>
            <a:pPr lvl="0" indent="-342900" marL="342900">
              <a:buAutoNum type="arabicPeriod"/>
            </a:pPr>
            <a:r>
              <a:rPr/>
              <a:t>Add provenance metadata to all new tests.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Coverage gaps are identified and addressed</a:t>
            </a:r>
          </a:p>
          <a:p>
            <a:pPr lvl="0"/>
            <a:r>
              <a:rPr/>
              <a:t>AI-generated tests are validated and correct</a:t>
            </a:r>
          </a:p>
          <a:p>
            <a:pPr lvl="0"/>
            <a:r>
              <a:rPr/>
              <a:t>Test suite readability and structure improve</a:t>
            </a:r>
          </a:p>
          <a:p>
            <a:pPr lvl="0"/>
            <a:r>
              <a:rPr/>
              <a:t>Provenance metadata is included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Robust Testing Frameworks</dc:title>
  <dc:creator/>
  <cp:keywords/>
  <dcterms:created xsi:type="dcterms:W3CDTF">2026-02-04T20:54:25Z</dcterms:created>
  <dcterms:modified xsi:type="dcterms:W3CDTF">2026-02-04T20:54:25Z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