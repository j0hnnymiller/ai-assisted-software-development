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8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7BD6BC-E3DE-408B-AF42-202C3C173229}">
          <p14:sldIdLst/>
        </p14:section>
        <p14:section name="Instruction Files" id="{12DCD9B9-043D-4EF9-90D9-18158AB2616E}">
          <p14:sldIdLst>
            <p14:sldId id="260"/>
            <p14:sldId id="261"/>
            <p14:sldId id="262"/>
            <p14:sldId id="263"/>
            <p14:sldId id="26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0355-434D-552E-4B4F-0B12054EE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F29B1-CEE1-59A3-CB24-473959AA4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638A3-F1B4-9611-622C-4192818F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32FD1-737E-5D89-EE5E-E36521DA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8B018-001E-FBEA-5261-D7419A93A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7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C7C8-5666-C5C3-951C-116C3CB3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AC0C7-BCA3-BFC3-83A8-08926FF54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9D434-32DA-B7AB-63EA-1FD6E0971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69347-E622-D1B6-2895-0016F9BB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2B6F7-F7A1-1A22-A9C0-B3739567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4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BE10-6D15-DF7B-66AC-83426D6E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721B9-5E17-309E-59BA-05B5E6456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C0CF3-C37A-27A0-FB7C-6ABC2347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24CE6-8ED8-981E-8EFA-02521BD6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BA7A3-1033-AE2C-ACC4-DA5430AC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5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0CA7-7ED1-1E37-EF1A-0253B3C0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B2321-5CC5-96DF-282C-6AE81E8A6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CEA78-844C-036E-5053-59C76E475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1E277-6590-05A7-3642-D8BF0DE7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49FB8-DD8B-5B0E-17D0-52B23454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D437B-D081-BF47-0248-8AB31818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56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C32F-9ABA-F9D1-0367-76D50A72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F90A0-A0BB-5AC6-B707-7881B0C83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D70EC-CCD9-5E7E-684E-C39CE049E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01E81-A7BA-B806-F9CE-C7A536E88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E0A6F9-4C3F-ABE9-F6F1-F5F9DAF01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C3B7E-C7E9-D738-861D-20EFB4CF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6DA075-16CC-B7A2-2680-6DB2EC1E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70282-8F5A-924A-40F7-A7C4A521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ACBB-224F-564B-B68B-8B70418A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E8AF5-D159-D19A-A34E-50AB1AC1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41EA0-A872-2D98-F765-7F836854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E7021-ACF3-3AE0-9CE9-F3FB2D4D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7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57C2B-D87A-8777-3501-FD33C75E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AF847-ED66-1DDB-C5AF-FAF650DD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4EE5-4A9F-43ED-3BF9-B4E9AEE6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2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4DA2-BF63-5684-ACA7-9554E0F99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82B9-F78F-63B1-1C56-BE8D457D3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A7339-9EEA-389A-920F-481522FB1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7390B-F4F5-4E01-DC58-4B066AC0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8DD1C-DE88-140D-0CDC-B46ADA97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D9CF6-756C-A219-215F-7696AB14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7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F3BCD-7F7C-A3BB-FEB5-B6D6B4F9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82F1D-EA0F-AF98-1705-FEE76F7C39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4A4BB-FE15-54A0-4DDB-30E733C3D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9A75A-0EB1-5D5B-7A64-6AC22BC4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EB350-6DA2-2DE1-B751-43A4C494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5DBF6-D58F-A1F9-4C00-BEA60841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7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DFD4-1779-A010-F766-DFCDBD31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7CBC3-8F49-56A4-8EA2-7BDD15DA1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313CB-899A-AFE5-54AA-1420E058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B7BCF-2A8F-D96E-CF9B-60FB2DA2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3558-6617-5960-353F-EFE15AC1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0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6DFC9-767B-18FA-CB27-40974838D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68435-F278-5052-AA02-2C463A7A7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ED686-763F-1407-B20F-260BC50C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6EDD3-4713-49AB-06BC-603B69DD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682A1-D5FB-B6E0-A000-F30163BA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5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0DE8A-0D93-4418-04BF-B29D506A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58E9-B848-591E-A9C4-2C4106D60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F87BE-1AD5-B29A-8B52-692A41A98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30494-EF9A-458B-91CC-444DEC6D89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5AC79-0A12-9170-62EE-A854D4ECE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109D9-7A27-5FF6-DC08-FC5860E30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C2A91-E937-4C8D-B094-EDCB2512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Instruction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Persistent AI Behavioral Guidelines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Are Instruction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Definition</a:t>
            </a:r>
          </a:p>
          <a:p>
            <a:pPr lvl="0"/>
            <a:r>
              <a:rPr b="1"/>
              <a:t>Persistent configuration files</a:t>
            </a:r>
            <a:r>
              <a:t> that define AI behavior patterns</a:t>
            </a:r>
          </a:p>
          <a:p>
            <a:pPr lvl="0"/>
            <a:r>
              <a:t>Applied automatically across multiple interactions</a:t>
            </a:r>
          </a:p>
          <a:p>
            <a:pPr lvl="0"/>
            <a:r>
              <a:t>Establish consistent working standards and constraints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Key Characteristics</a:t>
            </a:r>
          </a:p>
          <a:p>
            <a:pPr lvl="0"/>
            <a:r>
              <a:rPr b="1"/>
              <a:t>Scope</a:t>
            </a:r>
            <a:r>
              <a:t>: Repository-wide or context-specific</a:t>
            </a:r>
          </a:p>
          <a:p>
            <a:pPr lvl="0"/>
            <a:r>
              <a:rPr b="1"/>
              <a:t>Persistence</a:t>
            </a:r>
            <a:r>
              <a:t>: Active across all relevant AI interactions</a:t>
            </a:r>
          </a:p>
          <a:p>
            <a:pPr lvl="0"/>
            <a:r>
              <a:rPr b="1"/>
              <a:t>Purpose</a:t>
            </a:r>
            <a:r>
              <a:t>: Define “how” AI should work, not “what” to 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Instruction 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description:</a:t>
            </a:r>
            <a:r>
              <a:rPr i="1">
                <a:solidFill>
                  <a:srgbClr val="60A0B0"/>
                </a:solidFill>
                <a:latin typeface="Courier"/>
              </a:rPr>
              <a:t> Azure best practices for AI development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applyTo:</a:t>
            </a:r>
            <a:r>
              <a:rPr i="1">
                <a:solidFill>
                  <a:srgbClr val="60A0B0"/>
                </a:solidFill>
                <a:latin typeface="Courier"/>
              </a:rPr>
              <a:t> "**" # File pattern scope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Core Instructions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Use Azure Tools when handling Azure requests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Follow security best practices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Implement proper error handling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Generate comprehensive documentation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Code Generation Rules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Write tests before implementation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Use dependency injection patterns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Follow naming conventions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Include proper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Instruction Files: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Perfect For:</a:t>
            </a:r>
          </a:p>
          <a:p>
            <a:pPr lvl="0"/>
            <a:r>
              <a:rPr b="1"/>
              <a:t>Coding Standards</a:t>
            </a:r>
            <a:r>
              <a:t> → Consistent style across projects</a:t>
            </a:r>
          </a:p>
          <a:p>
            <a:pPr lvl="0"/>
            <a:r>
              <a:rPr b="1"/>
              <a:t>Security Policies</a:t>
            </a:r>
            <a:r>
              <a:t> → Enforce security practices</a:t>
            </a:r>
          </a:p>
          <a:p>
            <a:pPr lvl="0"/>
            <a:r>
              <a:rPr b="1"/>
              <a:t>Quality Gates</a:t>
            </a:r>
            <a:r>
              <a:t> → Define testing and review requirements</a:t>
            </a:r>
          </a:p>
          <a:p>
            <a:pPr lvl="0"/>
            <a:r>
              <a:rPr b="1"/>
              <a:t>Technology Constraints</a:t>
            </a:r>
            <a:r>
              <a:t> → Specify approved frameworks/tools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Examples:</a:t>
            </a:r>
          </a:p>
          <a:p>
            <a:pPr lvl="0"/>
            <a:r>
              <a:rPr>
                <a:latin typeface="Courier"/>
              </a:rPr>
              <a:t>azure-development.instructions.md</a:t>
            </a:r>
          </a:p>
          <a:p>
            <a:pPr lvl="0"/>
            <a:r>
              <a:rPr>
                <a:latin typeface="Courier"/>
              </a:rPr>
              <a:t>testing-standards.instructions.md</a:t>
            </a:r>
          </a:p>
          <a:p>
            <a:pPr lvl="0"/>
            <a:r>
              <a:rPr>
                <a:latin typeface="Courier"/>
              </a:rPr>
              <a:t>security-requirements.instructions.md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Instruction Files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✅ Do This:</a:t>
            </a:r>
          </a:p>
          <a:p>
            <a:pPr lvl="0"/>
            <a:r>
              <a:t>Keep instructions clear and actionable</a:t>
            </a:r>
          </a:p>
          <a:p>
            <a:pPr lvl="0"/>
            <a:r>
              <a:t>Use file patterns (</a:t>
            </a:r>
            <a:r>
              <a:rPr>
                <a:latin typeface="Courier"/>
              </a:rPr>
              <a:t>applyTo: '**'</a:t>
            </a:r>
            <a:r>
              <a:t>) for broad scope</a:t>
            </a:r>
          </a:p>
          <a:p>
            <a:pPr lvl="0"/>
            <a:r>
              <a:t>Version control and document changes</a:t>
            </a:r>
          </a:p>
          <a:p>
            <a:pPr lvl="0"/>
            <a:r>
              <a:t>Test instruction effectiveness regularly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❌ Avoid This:</a:t>
            </a:r>
          </a:p>
          <a:p>
            <a:pPr lvl="0"/>
            <a:r>
              <a:t>Overly complex or contradictory rules</a:t>
            </a:r>
          </a:p>
          <a:p>
            <a:pPr lvl="0"/>
            <a:r>
              <a:t>Too many instructions (cognitive overload)</a:t>
            </a:r>
          </a:p>
          <a:p>
            <a:pPr lvl="0"/>
            <a:r>
              <a:t>Instructions that conflict with prompt files</a:t>
            </a:r>
          </a:p>
          <a:p>
            <a:pPr lvl="0"/>
            <a:r>
              <a:t>Hardcoded values instead of parameters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259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</vt:lpstr>
      <vt:lpstr>Office Theme</vt:lpstr>
      <vt:lpstr>Instruction Files</vt:lpstr>
      <vt:lpstr>Persistent AI Behavioral Guidelines</vt:lpstr>
      <vt:lpstr>What Are Instruction Files?</vt:lpstr>
      <vt:lpstr>Instruction File Structure</vt:lpstr>
      <vt:lpstr>Instruction Files: Use Cases</vt:lpstr>
      <vt:lpstr>Instruction Files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2</cp:revision>
  <dcterms:created xsi:type="dcterms:W3CDTF">2026-03-06T17:53:56Z</dcterms:created>
  <dcterms:modified xsi:type="dcterms:W3CDTF">2026-03-06T17:58:47Z</dcterms:modified>
</cp:coreProperties>
</file>