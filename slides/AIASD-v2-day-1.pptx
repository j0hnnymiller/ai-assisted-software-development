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"/>
  </p:notes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2EBF5-0CA4-4ED7-ABAD-96615AF58E49}">
          <p14:sldIdLst/>
        </p14:section>
        <p14:section name="Introductions &amp; Welcome" id="{889303EE-8941-401D-83E7-686CC0CA1906}">
          <p14:sldIdLst/>
        </p14:section>
        <p14:section name="AI-Assisted Development Philosophy" id="{AFD3C0C2-169C-4657-88A9-3F3080FB0A33}">
          <p14:sldIdLst/>
        </p14:section>
        <p14:section name="Setup" id="{45179B57-0BA8-4BC9-96CA-142170E20642}">
          <p14:sldIdLst/>
        </p14:section>
        <p14:section name="GitHub Copilot UI Tour (VS Code)" id="{D4B84A6B-4CCF-4925-9268-AC537DADB594}">
          <p14:sldIdLst/>
        </p14:section>
        <p14:section name="Vibbing" id="{00BC05B0-1DB3-4C65-B36D-19AAF79B9D9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719C"/>
    <a:srgbClr val="007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64" autoAdjust="0"/>
    <p:restoredTop sz="86387" autoAdjust="0"/>
  </p:normalViewPr>
  <p:slideViewPr>
    <p:cSldViewPr snapToGrid="0" snapToObjects="1">
      <p:cViewPr varScale="1">
        <p:scale>
          <a:sx n="189" d="100"/>
          <a:sy n="189" d="100"/>
        </p:scale>
        <p:origin x="104" y="2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5D4979-0E48-181C-5438-B441393DCA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BA191F-D9FD-C2EB-983F-9B42F26EB6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069538"/>
            <a:ext cx="6858000" cy="1418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DDE32-D155-6EE2-5EAC-C0A0C4B0A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714244"/>
            <a:ext cx="6858000" cy="99380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F10DC-7230-4581-E771-A51DC87C60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0828" y="928579"/>
            <a:ext cx="2683663" cy="96611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04399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4678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008E-5CA0-DF16-8859-F3F3B6B4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D27F-181A-B717-23A8-6AE0FE66C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6646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916957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0F6-D2DF-F6C7-EE28-1317F8B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C4C2C-73A8-3DEC-B6FB-43F2345FC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E4B54-0793-1D98-555E-E9470FF3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097814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18404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668" y="1973171"/>
            <a:ext cx="6696665" cy="117665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0881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509406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468B-A6F2-4747-0841-93AC035C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1C99E23-E5F1-1D9C-BF82-D83E6E9F13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85" y="1825228"/>
            <a:ext cx="7793831" cy="284321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3708861-970C-B5DB-BF46-526E75A04C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085" y="1083469"/>
            <a:ext cx="7793831" cy="4869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361993644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83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B04E-CD14-3B5B-FB56-FF0AC2426B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1" t="5222" r="713" b="10945"/>
          <a:stretch/>
        </p:blipFill>
        <p:spPr>
          <a:xfrm>
            <a:off x="638298" y="834241"/>
            <a:ext cx="9144000" cy="514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514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42E2-8683-D251-03C0-5FDD0CBEBC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111" y="788974"/>
            <a:ext cx="7373867" cy="276999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1200">
                <a:latin typeface="Victor Mono" pitchFamily="49" charset="0"/>
              </a:defRPr>
            </a:lvl1pPr>
            <a:lvl2pPr marL="342900" indent="0">
              <a:buFontTx/>
              <a:buNone/>
              <a:defRPr>
                <a:latin typeface="Victor Mono" pitchFamily="49" charset="0"/>
              </a:defRPr>
            </a:lvl2pPr>
            <a:lvl3pPr marL="685800" indent="0">
              <a:buFontTx/>
              <a:buNone/>
              <a:defRPr>
                <a:latin typeface="Victor Mono" pitchFamily="49" charset="0"/>
              </a:defRPr>
            </a:lvl3pPr>
            <a:lvl4pPr marL="1028700" indent="0">
              <a:buFontTx/>
              <a:buNone/>
              <a:defRPr>
                <a:latin typeface="Victor Mono" pitchFamily="49" charset="0"/>
              </a:defRPr>
            </a:lvl4pPr>
            <a:lvl5pPr marL="1371600" indent="0">
              <a:buFontTx/>
              <a:buNone/>
              <a:defRPr>
                <a:latin typeface="Victor Mono" pitchFamily="49" charset="0"/>
              </a:defRPr>
            </a:lvl5pPr>
          </a:lstStyle>
          <a:p>
            <a:pPr lvl="0"/>
            <a:r>
              <a:rPr lang="en-US" dirty="0"/>
              <a:t>Click to edit Code text</a:t>
            </a:r>
          </a:p>
        </p:txBody>
      </p:sp>
    </p:spTree>
    <p:extLst>
      <p:ext uri="{BB962C8B-B14F-4D97-AF65-F5344CB8AC3E}">
        <p14:creationId xmlns:p14="http://schemas.microsoft.com/office/powerpoint/2010/main" val="1882022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7F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C53BF9-6377-93D8-5BD7-30937619B4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20000"/>
          </a:blip>
          <a:srcRect l="301" t="5222" r="713" b="10945"/>
          <a:stretch/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163A3-B061-0949-1965-0375841B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73845"/>
            <a:ext cx="6696665" cy="527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76094-9BD4-ED01-3BE5-5F760EE3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9611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163BC-C951-C17F-421A-4AD743EDDB2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512088" y="318405"/>
            <a:ext cx="1337757" cy="482708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640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ODE Training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7030A0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DEA5D72-37B1-4E22-BDC4-A589D83B7646}" vid="{DD254BF8-1D5F-4196-AA68-4DB20BF61A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jMM CODE Training Slide Template</Template>
  <TotalTime>21853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Noto Sans</vt:lpstr>
      <vt:lpstr>Victor Mono</vt:lpstr>
      <vt:lpstr>CODE Training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keywords/>
  <cp:lastModifiedBy>John Miller</cp:lastModifiedBy>
  <cp:revision>13</cp:revision>
  <dcterms:created xsi:type="dcterms:W3CDTF">2025-10-20T13:07:02Z</dcterms:created>
  <dcterms:modified xsi:type="dcterms:W3CDTF">2026-03-06T02:47:42Z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marp">
    <vt:lpwstr>True</vt:lpwstr>
  </property>
  <property fmtid="{D5CDD505-2E9C-101B-9397-08002B2CF9AE}" pid="5" name="paginate">
    <vt:lpwstr>True</vt:lpwstr>
  </property>
</Properties>
</file>