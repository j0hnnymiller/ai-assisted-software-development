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notesMaster" Target="notesMasters/notesMaster1.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by explaining that token limits are one of the most important but least visible constraints in AI-assisted development. When a model exceeds its context window, it silently drops earlier content. This leads to missing requirements, contradictions, or forgotten rules. The goal of this section is to help developers recognize overflow symptoms and apply techniques to prevent them.</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Token limits are a hard boundary. Everything the model reads—your prompt, code snippets, examples, and even its own reasoning—counts toward the limit. When the limit is exceeded, the model truncates the earliest content, which often contains critical instructions or architectural rules.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Overflow is subtle. The model behaves as if you never gave it the missing information. Developers often misinterpret this as stubbornness or randomness, but it’s simply the model losing context due to token pressure. These symptoms are your early warning signs.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Summaries are your first line of defense. Instead of pasting entire files, summarize their purpose, interfaces, and constraints. Summaries dramatically reduce token usage while keeping the model aligned with the system’s intent. They also become reusable context anchors for future prompts.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Chunking keeps prompts small and manageable. Instead of asking the model to refactor a huge file, break the task into sections. This keeps each prompt within safe token limits and makes the output easier to review, test, and roll back if needed.</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Scoped prompts are about intentionality. Tell the model exactly what part of the system to focus on. This reduces token usage and improves reliability because the model isn’t trying to reason about the entire codebase at once. It also reduces hallucinations by narrowing the reasoning space.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Instruction files are a powerful way to reduce token load. Instead of repeating architectural rules or coding standards in every prompt, store them in a persistent instruction file. This frees up space for task‑specific context and keeps the model aligned with your evergreen architecture.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reinforcing that token management is a foundational skill in AI-assisted development. When developers understand how to control context size, they get far more reliable and consistent results from the model. These techniques turn AI from a chaotic assistant into a predictable collaborator.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Token Estimation &amp; Overflow Detection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Token Estimation &amp; Overflow Detection</a:t>
            </a:r>
          </a:p>
        </p:txBody>
      </p:sp>
      <p:sp>
        <p:nvSpPr>
          <p:cNvPr id="3" name="Content Placeholder 2"/>
          <p:cNvSpPr>
            <a:spLocks noGrp="1"/>
          </p:cNvSpPr>
          <p:nvPr>
            <p:ph idx="1"/>
          </p:nvPr>
        </p:nvSpPr>
        <p:spPr/>
        <p:txBody>
          <a:bodyPr/>
          <a:lstStyle/>
          <a:p>
            <a:pPr lvl="0"/>
            <a:r>
              <a:rPr/>
              <a:t>Models have strict token limits</a:t>
            </a:r>
          </a:p>
          <a:p>
            <a:pPr lvl="0"/>
            <a:r>
              <a:rPr/>
              <a:t>Overflow causes silent failures:</a:t>
            </a:r>
          </a:p>
          <a:p>
            <a:pPr lvl="1"/>
            <a:r>
              <a:rPr/>
              <a:t>Missing requirements</a:t>
            </a:r>
          </a:p>
          <a:p>
            <a:pPr lvl="1"/>
            <a:r>
              <a:rPr/>
              <a:t>Contradictions</a:t>
            </a:r>
          </a:p>
          <a:p>
            <a:pPr lvl="1"/>
            <a:r>
              <a:rPr/>
              <a:t>Forgotten rules</a:t>
            </a:r>
          </a:p>
          <a:p>
            <a:pPr lvl="0"/>
            <a:r>
              <a:rPr/>
              <a:t>Techniques to stay within limits:</a:t>
            </a:r>
          </a:p>
          <a:p>
            <a:pPr lvl="1"/>
            <a:r>
              <a:rPr/>
              <a:t>Summaries</a:t>
            </a:r>
          </a:p>
          <a:p>
            <a:pPr lvl="1"/>
            <a:r>
              <a:rPr/>
              <a:t>Chunking</a:t>
            </a:r>
          </a:p>
          <a:p>
            <a:pPr lvl="1"/>
            <a:r>
              <a:rPr/>
              <a:t>Scoped prompts</a:t>
            </a:r>
          </a:p>
          <a:p>
            <a:pPr lvl="1"/>
            <a:r>
              <a:rPr/>
              <a:t>Instruction files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Why Token Limits Matter</a:t>
            </a:r>
          </a:p>
        </p:txBody>
      </p:sp>
      <p:sp>
        <p:nvSpPr>
          <p:cNvPr id="3" name="Content Placeholder 2"/>
          <p:cNvSpPr>
            <a:spLocks noGrp="1"/>
          </p:cNvSpPr>
          <p:nvPr>
            <p:ph idx="1"/>
          </p:nvPr>
        </p:nvSpPr>
        <p:spPr/>
        <p:txBody>
          <a:bodyPr/>
          <a:lstStyle/>
          <a:p>
            <a:pPr lvl="0" indent="0" marL="0">
              <a:spcBef>
                <a:spcPts val="3000"/>
              </a:spcBef>
              <a:buNone/>
            </a:pPr>
            <a:r>
              <a:rPr b="1"/>
              <a:t>Key Points</a:t>
            </a:r>
          </a:p>
          <a:p>
            <a:pPr lvl="0"/>
            <a:r>
              <a:rPr/>
              <a:t>Every model has a maximum context window</a:t>
            </a:r>
          </a:p>
          <a:p>
            <a:pPr lvl="0"/>
            <a:r>
              <a:rPr/>
              <a:t>Prompts, code, examples, and instructions all consume tokens</a:t>
            </a:r>
          </a:p>
          <a:p>
            <a:pPr lvl="0"/>
            <a:r>
              <a:rPr/>
              <a:t>Exceeding the limit forces the model to discard earlier content</a:t>
            </a:r>
          </a:p>
          <a:p>
            <a:pPr lvl="0"/>
            <a:r>
              <a:rPr/>
              <a:t>The model never alerts you when this happens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Silent Failure Modes</a:t>
            </a:r>
          </a:p>
        </p:txBody>
      </p:sp>
      <p:sp>
        <p:nvSpPr>
          <p:cNvPr id="3" name="Content Placeholder 2"/>
          <p:cNvSpPr>
            <a:spLocks noGrp="1"/>
          </p:cNvSpPr>
          <p:nvPr>
            <p:ph idx="1"/>
          </p:nvPr>
        </p:nvSpPr>
        <p:spPr/>
        <p:txBody>
          <a:bodyPr/>
          <a:lstStyle/>
          <a:p>
            <a:pPr lvl="0" indent="0" marL="0">
              <a:spcBef>
                <a:spcPts val="3000"/>
              </a:spcBef>
              <a:buNone/>
            </a:pPr>
            <a:r>
              <a:rPr b="1"/>
              <a:t>What Overflow Looks Like</a:t>
            </a:r>
          </a:p>
          <a:p>
            <a:pPr lvl="0"/>
            <a:r>
              <a:rPr/>
              <a:t>Missing requirements</a:t>
            </a:r>
          </a:p>
          <a:p>
            <a:pPr lvl="0"/>
            <a:r>
              <a:rPr/>
              <a:t>Contradictions</a:t>
            </a:r>
          </a:p>
          <a:p>
            <a:pPr lvl="0"/>
            <a:r>
              <a:rPr/>
              <a:t>Forgotten rules</a:t>
            </a:r>
          </a:p>
          <a:p>
            <a:pPr lvl="0"/>
            <a:r>
              <a:rPr/>
              <a:t>Inconsistent reasoning</a:t>
            </a:r>
          </a:p>
          <a:p>
            <a:pPr lvl="0"/>
            <a:r>
              <a:rPr/>
              <a:t>Loss of architectural constraints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Technique: Summaries</a:t>
            </a:r>
          </a:p>
        </p:txBody>
      </p:sp>
      <p:sp>
        <p:nvSpPr>
          <p:cNvPr id="3" name="Content Placeholder 2"/>
          <p:cNvSpPr>
            <a:spLocks noGrp="1"/>
          </p:cNvSpPr>
          <p:nvPr>
            <p:ph idx="1"/>
          </p:nvPr>
        </p:nvSpPr>
        <p:spPr/>
        <p:txBody>
          <a:bodyPr/>
          <a:lstStyle/>
          <a:p>
            <a:pPr lvl="0" indent="0" marL="0">
              <a:spcBef>
                <a:spcPts val="3000"/>
              </a:spcBef>
              <a:buNone/>
            </a:pPr>
            <a:r>
              <a:rPr b="1"/>
              <a:t>How Summaries Help</a:t>
            </a:r>
          </a:p>
          <a:p>
            <a:pPr lvl="0"/>
            <a:r>
              <a:rPr/>
              <a:t>Compress large files into short, high‑signal descriptions</a:t>
            </a:r>
          </a:p>
          <a:p>
            <a:pPr lvl="0"/>
            <a:r>
              <a:rPr/>
              <a:t>Preserve intent without overwhelming the context window</a:t>
            </a:r>
          </a:p>
          <a:p>
            <a:pPr lvl="0"/>
            <a:r>
              <a:rPr/>
              <a:t>Reuse summaries across prompts</a:t>
            </a:r>
          </a:p>
          <a:p>
            <a:pPr lvl="0"/>
            <a:r>
              <a:rPr/>
              <a:t>Reduce noise and improve model alignment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Technique: Chunking</a:t>
            </a:r>
          </a:p>
        </p:txBody>
      </p:sp>
      <p:sp>
        <p:nvSpPr>
          <p:cNvPr id="3" name="Content Placeholder 2"/>
          <p:cNvSpPr>
            <a:spLocks noGrp="1"/>
          </p:cNvSpPr>
          <p:nvPr>
            <p:ph idx="1"/>
          </p:nvPr>
        </p:nvSpPr>
        <p:spPr/>
        <p:txBody>
          <a:bodyPr/>
          <a:lstStyle/>
          <a:p>
            <a:pPr lvl="0" indent="0" marL="0">
              <a:spcBef>
                <a:spcPts val="3000"/>
              </a:spcBef>
              <a:buNone/>
            </a:pPr>
            <a:r>
              <a:rPr b="1"/>
              <a:t>How Chunking Works</a:t>
            </a:r>
          </a:p>
          <a:p>
            <a:pPr lvl="0"/>
            <a:r>
              <a:rPr/>
              <a:t>Break large tasks into smaller, self‑contained steps</a:t>
            </a:r>
          </a:p>
          <a:p>
            <a:pPr lvl="0"/>
            <a:r>
              <a:rPr/>
              <a:t>Provide only the relevant portion of the code</a:t>
            </a:r>
          </a:p>
          <a:p>
            <a:pPr lvl="0"/>
            <a:r>
              <a:rPr/>
              <a:t>Validate each chunk before moving on</a:t>
            </a:r>
          </a:p>
          <a:p>
            <a:pPr lvl="0"/>
            <a:r>
              <a:rPr/>
              <a:t>Prevents the model from being overloaded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Technique: Scoped Prompts</a:t>
            </a:r>
          </a:p>
        </p:txBody>
      </p:sp>
      <p:sp>
        <p:nvSpPr>
          <p:cNvPr id="3" name="Content Placeholder 2"/>
          <p:cNvSpPr>
            <a:spLocks noGrp="1"/>
          </p:cNvSpPr>
          <p:nvPr>
            <p:ph idx="1"/>
          </p:nvPr>
        </p:nvSpPr>
        <p:spPr/>
        <p:txBody>
          <a:bodyPr/>
          <a:lstStyle/>
          <a:p>
            <a:pPr lvl="0" indent="0" marL="0">
              <a:spcBef>
                <a:spcPts val="3000"/>
              </a:spcBef>
              <a:buNone/>
            </a:pPr>
            <a:r>
              <a:rPr b="1"/>
              <a:t>Benefits</a:t>
            </a:r>
          </a:p>
          <a:p>
            <a:pPr lvl="0"/>
            <a:r>
              <a:rPr/>
              <a:t>Limit the model’s focus to a single module or function</a:t>
            </a:r>
          </a:p>
          <a:p>
            <a:pPr lvl="0"/>
            <a:r>
              <a:rPr/>
              <a:t>Reduce irrelevant context</a:t>
            </a:r>
          </a:p>
          <a:p>
            <a:pPr lvl="0"/>
            <a:r>
              <a:rPr/>
              <a:t>Improve accuracy and reduce hallucinations</a:t>
            </a:r>
          </a:p>
          <a:p>
            <a:pPr lvl="0"/>
            <a:r>
              <a:rPr/>
              <a:t>Keep token usage predictable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Technique: Instruction Files</a:t>
            </a:r>
          </a:p>
        </p:txBody>
      </p:sp>
      <p:sp>
        <p:nvSpPr>
          <p:cNvPr id="3" name="Content Placeholder 2"/>
          <p:cNvSpPr>
            <a:spLocks noGrp="1"/>
          </p:cNvSpPr>
          <p:nvPr>
            <p:ph idx="1"/>
          </p:nvPr>
        </p:nvSpPr>
        <p:spPr/>
        <p:txBody>
          <a:bodyPr/>
          <a:lstStyle/>
          <a:p>
            <a:pPr lvl="0" indent="0" marL="0">
              <a:spcBef>
                <a:spcPts val="3000"/>
              </a:spcBef>
              <a:buNone/>
            </a:pPr>
            <a:r>
              <a:rPr b="1"/>
              <a:t>Why They Matter</a:t>
            </a:r>
          </a:p>
          <a:p>
            <a:pPr lvl="0"/>
            <a:r>
              <a:rPr/>
              <a:t>Move stable rules out of the active prompt</a:t>
            </a:r>
          </a:p>
          <a:p>
            <a:pPr lvl="0"/>
            <a:r>
              <a:rPr/>
              <a:t>Provide persistent architectural and style guidance</a:t>
            </a:r>
          </a:p>
          <a:p>
            <a:pPr lvl="0"/>
            <a:r>
              <a:rPr/>
              <a:t>Reduce repeated tokens across sessions</a:t>
            </a:r>
          </a:p>
          <a:p>
            <a:pPr lvl="0"/>
            <a:r>
              <a:rPr/>
              <a:t>Keep prompts short and high‑signal</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Bringing It All Together</a:t>
            </a:r>
          </a:p>
        </p:txBody>
      </p:sp>
      <p:sp>
        <p:nvSpPr>
          <p:cNvPr id="3" name="Content Placeholder 2"/>
          <p:cNvSpPr>
            <a:spLocks noGrp="1"/>
          </p:cNvSpPr>
          <p:nvPr>
            <p:ph idx="1"/>
          </p:nvPr>
        </p:nvSpPr>
        <p:spPr/>
        <p:txBody>
          <a:bodyPr/>
          <a:lstStyle/>
          <a:p>
            <a:pPr lvl="0" indent="0" marL="0">
              <a:spcBef>
                <a:spcPts val="3000"/>
              </a:spcBef>
              <a:buNone/>
            </a:pPr>
            <a:r>
              <a:rPr b="1"/>
              <a:t>Core Takeaways</a:t>
            </a:r>
          </a:p>
          <a:p>
            <a:pPr lvl="0"/>
            <a:r>
              <a:rPr/>
              <a:t>Token limits shape model behavior</a:t>
            </a:r>
          </a:p>
          <a:p>
            <a:pPr lvl="0"/>
            <a:r>
              <a:rPr/>
              <a:t>Overflow is silent but detectable</a:t>
            </a:r>
          </a:p>
          <a:p>
            <a:pPr lvl="0"/>
            <a:r>
              <a:rPr/>
              <a:t>Summaries, chunking, scoped prompts, and instruction files prevent drift</a:t>
            </a:r>
          </a:p>
          <a:p>
            <a:pPr lvl="0"/>
            <a:r>
              <a:rPr/>
              <a:t>Token discipline leads to predictable, high‑quality AI output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Token Estimation &amp; Overflow Detection</dc:title>
  <dc:creator/>
  <cp:keywords/>
  <dcterms:created xsi:type="dcterms:W3CDTF">2026-02-04T19:03:30Z</dcterms:created>
  <dcterms:modified xsi:type="dcterms:W3CDTF">2026-02-04T19:03:30Z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p">
    <vt:lpwstr>True</vt:lpwstr>
  </property>
  <property fmtid="{D5CDD505-2E9C-101B-9397-08002B2CF9AE}" pid="3" name="paginate">
    <vt:lpwstr>True</vt:lpwstr>
  </property>
  <property fmtid="{D5CDD505-2E9C-101B-9397-08002B2CF9AE}" pid="4" name="theme">
    <vt:lpwstr>default</vt:lpwstr>
  </property>
</Properties>
</file>