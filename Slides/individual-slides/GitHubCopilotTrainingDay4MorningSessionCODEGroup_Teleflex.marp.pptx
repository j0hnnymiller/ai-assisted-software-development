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notesMaster" Target="notesMasters/notesMaster1.xml" /><Relationship Id="rId15" Type="http://schemas.openxmlformats.org/officeDocument/2006/relationships/viewProps" Target="viewProps.xml" /><Relationship Id="rId1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7" Type="http://schemas.openxmlformats.org/officeDocument/2006/relationships/tableStyles" Target="tableStyles.xml" /><Relationship Id="rId16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points:</a:t>
            </a:r>
          </a:p>
          <a:p>
            <a:pPr lvl="0" indent="0" marL="0">
              <a:buNone/>
            </a:pPr>
          </a:p>
          <a:p>
            <a:pPr lvl="0"/>
            <a:r>
              <a:rPr/>
              <a:t>Greenfield development as a focus for the session.</a:t>
            </a:r>
          </a:p>
          <a:p>
            <a:pPr lvl="0" indent="0" marL="0">
              <a:buNone/>
            </a:pPr>
          </a:p>
          <a:p>
            <a:pPr lvl="0"/>
            <a:r>
              <a:rPr/>
              <a:t>Recap of previous exercise involving prompts and GitHub workflows.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points:</a:t>
            </a:r>
          </a:p>
          <a:p>
            <a:pPr lvl="0" indent="0" marL="0">
              <a:buNone/>
            </a:pPr>
          </a:p>
          <a:p>
            <a:pPr lvl="0"/>
            <a:r>
              <a:rPr/>
              <a:t>Demonstrated running prompts in PR hooks for automated code review.</a:t>
            </a:r>
          </a:p>
          <a:p>
            <a:pPr lvl="0" indent="0" marL="0">
              <a:buNone/>
            </a:pPr>
          </a:p>
          <a:p>
            <a:pPr lvl="0"/>
            <a:r>
              <a:rPr/>
              <a:t>Style check failures are detected and categorized.</a:t>
            </a:r>
          </a:p>
          <a:p>
            <a:pPr lvl="0" indent="0" marL="0">
              <a:buNone/>
            </a:pPr>
          </a:p>
          <a:p>
            <a:pPr lvl="0"/>
            <a:r>
              <a:rPr/>
              <a:t>The workflow updates PR comments with findings.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points:</a:t>
            </a:r>
          </a:p>
          <a:p>
            <a:pPr lvl="0" indent="0" marL="0">
              <a:buNone/>
            </a:pPr>
          </a:p>
          <a:p>
            <a:pPr lvl="0"/>
            <a:r>
              <a:rPr/>
              <a:t>Local evaluation helps isolate issues between files and workflow.</a:t>
            </a:r>
          </a:p>
          <a:p>
            <a:pPr lvl="0" indent="0" marL="0">
              <a:buNone/>
            </a:pPr>
          </a:p>
          <a:p>
            <a:pPr lvl="0"/>
            <a:r>
              <a:rPr/>
              <a:t>Prompt structure is critical for successful automation.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points:</a:t>
            </a:r>
          </a:p>
          <a:p>
            <a:pPr lvl="0" indent="0" marL="0">
              <a:buNone/>
            </a:pPr>
          </a:p>
          <a:p>
            <a:pPr lvl="0"/>
            <a:r>
              <a:rPr/>
              <a:t>Example prompt used to trigger style violation detection.</a:t>
            </a:r>
          </a:p>
          <a:p>
            <a:pPr lvl="0" indent="0" marL="0">
              <a:buNone/>
            </a:pPr>
          </a:p>
          <a:p>
            <a:pPr lvl="0"/>
            <a:r>
              <a:rPr/>
              <a:t>Workflow can be modified to use different AI providers (OpenAI, Copilot CLI, Azure OpenAI).</a:t>
            </a:r>
          </a:p>
          <a:p>
            <a:pPr lvl="0" indent="0" marL="0">
              <a:buNone/>
            </a:pPr>
          </a:p>
          <a:p>
            <a:pPr lvl="0"/>
            <a:r>
              <a:rPr/>
              <a:t>Managing API keys and secrets is necessary for workflow execution. Prompt: This commit introduced an intentional style violation.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points:</a:t>
            </a:r>
          </a:p>
          <a:p>
            <a:pPr lvl="0" indent="0" marL="0">
              <a:buNone/>
            </a:pPr>
          </a:p>
          <a:p>
            <a:pPr lvl="0"/>
            <a:r>
              <a:rPr/>
              <a:t>Troubleshooting involved switching between AI providers and resolving CLI extension issues.</a:t>
            </a:r>
          </a:p>
          <a:p>
            <a:pPr lvl="0" indent="0" marL="0">
              <a:buNone/>
            </a:pPr>
          </a:p>
          <a:p>
            <a:pPr lvl="0"/>
            <a:r>
              <a:rPr/>
              <a:t>Reviewing output is essential to ensure correct workflow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points:</a:t>
            </a:r>
          </a:p>
          <a:p>
            <a:pPr lvl="0" indent="0" marL="0">
              <a:buNone/>
            </a:pPr>
          </a:p>
          <a:p>
            <a:pPr lvl="0"/>
            <a:r>
              <a:rPr/>
              <a:t>Azure DevOps can integrate with OpenAI or Azure OpenAI for similar workflows.</a:t>
            </a:r>
          </a:p>
          <a:p>
            <a:pPr lvl="0" indent="0" marL="0">
              <a:buNone/>
            </a:pPr>
          </a:p>
          <a:p>
            <a:pPr lvl="0"/>
            <a:r>
              <a:rPr/>
              <a:t>Token management and project setup are required for integration.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points:</a:t>
            </a:r>
          </a:p>
          <a:p>
            <a:pPr lvl="0" indent="0" marL="0">
              <a:buNone/>
            </a:pPr>
          </a:p>
          <a:p>
            <a:pPr lvl="0"/>
            <a:r>
              <a:rPr/>
              <a:t>Debugging and setup took between half an hour and an hour.</a:t>
            </a:r>
          </a:p>
          <a:p>
            <a:pPr lvl="0" indent="0" marL="0">
              <a:buNone/>
            </a:pPr>
          </a:p>
          <a:p>
            <a:pPr lvl="0"/>
            <a:r>
              <a:rPr/>
              <a:t>Having API keys ready and following advice speeds up the process.</a:t>
            </a:r>
          </a:p>
          <a:p>
            <a:pPr lvl="0" indent="0" marL="0">
              <a:buNone/>
            </a:pPr>
          </a:p>
          <a:p>
            <a:pPr lvl="0"/>
            <a:r>
              <a:rPr/>
              <a:t>Always review workflow output for correctness.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Prompt: Set up a PR hook to run a prompt for code review. Prompt: Modify the workflow to use OpenAI or Copilot CLI. Prompt: Manage API keys and secrets for workflow execution. Prompt: Debug and resolve any issues encountered.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Prompt: Set up Azure DevOps project for AI-powered code review. Prompt: Integrate OpenAI or Azure OpenAI using tokens. Prompt: Configure workflow to update PR comments with AI findings. Prompt: Test and validate the integration.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points:</a:t>
            </a:r>
          </a:p>
          <a:p>
            <a:pPr lvl="0" indent="0" marL="0">
              <a:buNone/>
            </a:pPr>
          </a:p>
          <a:p>
            <a:pPr lvl="0"/>
            <a:r>
              <a:rPr/>
              <a:t>Encourage questions and discussion on session topics.</a:t>
            </a:r>
          </a:p>
          <a:p>
            <a:pPr lvl="0" indent="0" marL="0">
              <a:buNone/>
            </a:pPr>
          </a:p>
          <a:p>
            <a:pPr lvl="0"/>
            <a:r>
              <a:rPr/>
              <a:t>Summarize key takeaways and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GitHub Copilot Training Day 4 Morning Session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Greenfield Development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Introduction to Greenfield development</a:t>
            </a:r>
          </a:p>
          <a:p>
            <a:pPr lvl="0"/>
            <a:r>
              <a:rPr/>
              <a:t>Update on previous exercise: running prompts and GitHub workflows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 Hook Prompt Execution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Running prompts in PR hooks</a:t>
            </a:r>
          </a:p>
          <a:p>
            <a:pPr lvl="0"/>
            <a:r>
              <a:rPr/>
              <a:t>Automated evaluation of code changes</a:t>
            </a:r>
          </a:p>
          <a:p>
            <a:pPr lvl="0"/>
            <a:r>
              <a:rPr/>
              <a:t>Style check failures and categorization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Debugging Workflow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Local evaluation of files against instruction files</a:t>
            </a:r>
          </a:p>
          <a:p>
            <a:pPr lvl="0"/>
            <a:r>
              <a:rPr/>
              <a:t>Identifying issues in pipeline/workflow vs. files</a:t>
            </a:r>
          </a:p>
          <a:p>
            <a:pPr lvl="0"/>
            <a:r>
              <a:rPr/>
              <a:t>Importance of prompt structure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Prompt Example &amp; Workflow Modification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Example prompt: “This commit introduced an intentional style violation.”</a:t>
            </a:r>
          </a:p>
          <a:p>
            <a:pPr lvl="0"/>
            <a:r>
              <a:rPr/>
              <a:t>Workflow modification to use OpenAI or Copilot CLI</a:t>
            </a:r>
          </a:p>
          <a:p>
            <a:pPr lvl="0"/>
            <a:r>
              <a:rPr/>
              <a:t>Handling API keys and secrets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Troubleshooting and Iteration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Errors with CLI extensions and API keys</a:t>
            </a:r>
          </a:p>
          <a:p>
            <a:pPr lvl="0"/>
            <a:r>
              <a:rPr/>
              <a:t>Switching between OpenAI and Copilot CLI</a:t>
            </a:r>
          </a:p>
          <a:p>
            <a:pPr lvl="0"/>
            <a:r>
              <a:rPr/>
              <a:t>Importance of reviewing output and making decisions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Azure DevOps Integration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Equivalent use of OpenAI keys in Azure DevOps</a:t>
            </a:r>
          </a:p>
          <a:p>
            <a:pPr lvl="0"/>
            <a:r>
              <a:rPr/>
              <a:t>Azure OpenAI as an alternative</a:t>
            </a:r>
          </a:p>
          <a:p>
            <a:pPr lvl="0"/>
            <a:r>
              <a:rPr/>
              <a:t>Token management and project setup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Effort and Debugging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Time spent debugging: 30-60 minutes</a:t>
            </a:r>
          </a:p>
          <a:p>
            <a:pPr lvl="0"/>
            <a:r>
              <a:rPr/>
              <a:t>Importance of following advice and having API keys ready</a:t>
            </a:r>
          </a:p>
          <a:p>
            <a:pPr lvl="0"/>
            <a:r>
              <a:rPr/>
              <a:t>Emphasis on reviewing workflow output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Exercise: Implement PR Hook Prompt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Duration:</a:t>
            </a:r>
            <a:r>
              <a:rPr/>
              <a:t> 15 minutes</a:t>
            </a:r>
          </a:p>
          <a:p>
            <a:pPr lvl="0" indent="0" marL="0">
              <a:buNone/>
            </a:pPr>
            <a:r>
              <a:rPr b="1"/>
              <a:t>Objectives:</a:t>
            </a:r>
          </a:p>
          <a:p>
            <a:pPr lvl="0"/>
            <a:r>
              <a:rPr/>
              <a:t>Practice setting up PR hook prompt evaluation</a:t>
            </a:r>
          </a:p>
          <a:p>
            <a:pPr lvl="0"/>
            <a:r>
              <a:rPr/>
              <a:t>Learn to automate code review with AI</a:t>
            </a:r>
          </a:p>
          <a:p>
            <a:pPr lvl="0"/>
            <a:r>
              <a:rPr/>
              <a:t>Understand workflow modification and troubleshooting</a:t>
            </a:r>
          </a:p>
          <a:p>
            <a:pPr lvl="0" indent="0" marL="0">
              <a:buNone/>
            </a:pPr>
            <a:r>
              <a:rPr b="1"/>
              <a:t>Activities:</a:t>
            </a:r>
          </a:p>
          <a:p>
            <a:pPr lvl="0" indent="-342900" marL="342900">
              <a:buAutoNum type="arabicPeriod"/>
            </a:pPr>
            <a:r>
              <a:rPr/>
              <a:t>Set up a PR hook to run a prompt for code review.</a:t>
            </a:r>
          </a:p>
          <a:p>
            <a:pPr lvl="0" indent="-342900" marL="342900">
              <a:buAutoNum type="arabicPeriod"/>
            </a:pPr>
            <a:r>
              <a:rPr/>
              <a:t>Modify the workflow to use OpenAI or Copilot CLI.</a:t>
            </a:r>
          </a:p>
          <a:p>
            <a:pPr lvl="0" indent="-342900" marL="342900">
              <a:buAutoNum type="arabicPeriod"/>
            </a:pPr>
            <a:r>
              <a:rPr/>
              <a:t>Manage API keys and secrets for workflow execution.</a:t>
            </a:r>
          </a:p>
          <a:p>
            <a:pPr lvl="0" indent="-342900" marL="342900">
              <a:buAutoNum type="arabicPeriod"/>
            </a:pPr>
            <a:r>
              <a:rPr/>
              <a:t>Debug and resolve any issues encountered.</a:t>
            </a:r>
          </a:p>
          <a:p>
            <a:pPr lvl="0" indent="0" marL="0">
              <a:buNone/>
            </a:pPr>
            <a:r>
              <a:rPr b="1"/>
              <a:t>Success Criteria:</a:t>
            </a:r>
          </a:p>
          <a:p>
            <a:pPr lvl="0"/>
            <a:r>
              <a:rPr/>
              <a:t>PR hook successfully runs prompt and updates PR comments</a:t>
            </a:r>
          </a:p>
          <a:p>
            <a:pPr lvl="0"/>
            <a:r>
              <a:rPr/>
              <a:t>Workflow detects and categorizes style violations</a:t>
            </a:r>
          </a:p>
          <a:p>
            <a:pPr lvl="0"/>
            <a:r>
              <a:rPr/>
              <a:t>API keys and secrets are managed securely</a:t>
            </a:r>
          </a:p>
          <a:p>
            <a:pPr lvl="0"/>
            <a:r>
              <a:rPr/>
              <a:t>Troubleshooting steps are documented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Exercise: Integrate AI Review in Azure DevOps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Duration:</a:t>
            </a:r>
            <a:r>
              <a:rPr/>
              <a:t> 15 minutes</a:t>
            </a:r>
          </a:p>
          <a:p>
            <a:pPr lvl="0" indent="0" marL="0">
              <a:buNone/>
            </a:pPr>
            <a:r>
              <a:rPr b="1"/>
              <a:t>Objectives:</a:t>
            </a:r>
          </a:p>
          <a:p>
            <a:pPr lvl="0"/>
            <a:r>
              <a:rPr/>
              <a:t>Practice integrating OpenAI/Azure OpenAI in Azure DevOps</a:t>
            </a:r>
          </a:p>
          <a:p>
            <a:pPr lvl="0"/>
            <a:r>
              <a:rPr/>
              <a:t>Learn token management and project setup</a:t>
            </a:r>
          </a:p>
          <a:p>
            <a:pPr lvl="0"/>
            <a:r>
              <a:rPr/>
              <a:t>Automate PR comment updates with AI findings</a:t>
            </a:r>
          </a:p>
          <a:p>
            <a:pPr lvl="0" indent="0" marL="0">
              <a:buNone/>
            </a:pPr>
            <a:r>
              <a:rPr b="1"/>
              <a:t>Activities:</a:t>
            </a:r>
          </a:p>
          <a:p>
            <a:pPr lvl="0" indent="-342900" marL="342900">
              <a:buAutoNum type="arabicPeriod"/>
            </a:pPr>
            <a:r>
              <a:rPr/>
              <a:t>Set up Azure DevOps project for AI-powered code review.</a:t>
            </a:r>
          </a:p>
          <a:p>
            <a:pPr lvl="0" indent="-342900" marL="342900">
              <a:buAutoNum type="arabicPeriod"/>
            </a:pPr>
            <a:r>
              <a:rPr/>
              <a:t>Integrate OpenAI or Azure OpenAI using tokens.</a:t>
            </a:r>
          </a:p>
          <a:p>
            <a:pPr lvl="0" indent="-342900" marL="342900">
              <a:buAutoNum type="arabicPeriod"/>
            </a:pPr>
            <a:r>
              <a:rPr/>
              <a:t>Configure workflow to update PR comments with AI findings.</a:t>
            </a:r>
          </a:p>
          <a:p>
            <a:pPr lvl="0" indent="-342900" marL="342900">
              <a:buAutoNum type="arabicPeriod"/>
            </a:pPr>
            <a:r>
              <a:rPr/>
              <a:t>Test and validate the integration.</a:t>
            </a:r>
          </a:p>
          <a:p>
            <a:pPr lvl="0" indent="0" marL="0">
              <a:buNone/>
            </a:pPr>
            <a:r>
              <a:rPr b="1"/>
              <a:t>Success Criteria:</a:t>
            </a:r>
          </a:p>
          <a:p>
            <a:pPr lvl="0"/>
            <a:r>
              <a:rPr/>
              <a:t>Azure DevOps project is set up for AI review</a:t>
            </a:r>
          </a:p>
          <a:p>
            <a:pPr lvl="0"/>
            <a:r>
              <a:rPr/>
              <a:t>Tokens are managed securely</a:t>
            </a:r>
          </a:p>
          <a:p>
            <a:pPr lvl="0"/>
            <a:r>
              <a:rPr/>
              <a:t>Workflow updates PR comments with AI findings</a:t>
            </a:r>
          </a:p>
          <a:p>
            <a:pPr lvl="0"/>
            <a:r>
              <a:rPr/>
              <a:t>Integration is tested and validated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Q&amp;A and Wrap-up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Open discussion on Greenfield development and workflow automation</a:t>
            </a:r>
          </a:p>
          <a:p>
            <a:pPr lvl="0"/>
            <a:r>
              <a:rPr/>
              <a:t>Review of key takeaways</a:t>
            </a:r>
          </a:p>
          <a:p>
            <a:pPr lvl="0"/>
            <a:r>
              <a:rPr/>
              <a:t>Next steps for participants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2026-02-05T18:44:10Z</dcterms:created>
  <dcterms:modified xsi:type="dcterms:W3CDTF">2026-02-05T18:44:10Z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arp">
    <vt:lpwstr>True</vt:lpwstr>
  </property>
  <property fmtid="{D5CDD505-2E9C-101B-9397-08002B2CF9AE}" pid="3" name="paginate">
    <vt:lpwstr>True</vt:lpwstr>
  </property>
  <property fmtid="{D5CDD505-2E9C-101B-9397-08002B2CF9AE}" pid="4" name="theme">
    <vt:lpwstr>default</vt:lpwstr>
  </property>
</Properties>
</file>