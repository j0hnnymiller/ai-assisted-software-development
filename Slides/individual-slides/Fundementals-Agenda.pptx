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6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7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20" r:id="rId6"/>
    <p:sldMasterId id="2147483731" r:id="rId7"/>
    <p:sldMasterId id="2147483743" r:id="rId8"/>
  </p:sldMasterIdLst>
  <p:notesMasterIdLst>
    <p:notesMasterId r:id="rId10"/>
  </p:notesMasterIdLst>
  <p:sldIdLst>
    <p:sldId id="34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 varScale="1">
        <p:scale>
          <a:sx n="57" d="100"/>
          <a:sy n="57" d="100"/>
        </p:scale>
        <p:origin x="63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8E72EE-1E90-466C-9655-CAA4DCA5B467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3BF8F47-9F39-4A87-BBDD-AE5617AFAAE2}">
      <dgm:prSet/>
      <dgm:spPr/>
      <dgm:t>
        <a:bodyPr/>
        <a:lstStyle/>
        <a:p>
          <a:r>
            <a:rPr lang="en-US"/>
            <a:t>Overview</a:t>
          </a:r>
        </a:p>
      </dgm:t>
    </dgm:pt>
    <dgm:pt modelId="{9E313B6B-0BEF-4AD8-85FA-5CEB69503B76}" type="parTrans" cxnId="{96F8BE1C-B6E0-4BBD-858C-5D576E98FFBA}">
      <dgm:prSet/>
      <dgm:spPr/>
      <dgm:t>
        <a:bodyPr/>
        <a:lstStyle/>
        <a:p>
          <a:endParaRPr lang="en-US"/>
        </a:p>
      </dgm:t>
    </dgm:pt>
    <dgm:pt modelId="{C33DF3A4-CA3D-4E61-AB29-EAB949E0AD92}" type="sibTrans" cxnId="{96F8BE1C-B6E0-4BBD-858C-5D576E98FFBA}">
      <dgm:prSet/>
      <dgm:spPr/>
      <dgm:t>
        <a:bodyPr/>
        <a:lstStyle/>
        <a:p>
          <a:endParaRPr lang="en-US"/>
        </a:p>
      </dgm:t>
    </dgm:pt>
    <dgm:pt modelId="{A7D02C78-97FB-48E0-AAA2-A5EEF2684BFA}">
      <dgm:prSet/>
      <dgm:spPr/>
      <dgm:t>
        <a:bodyPr/>
        <a:lstStyle/>
        <a:p>
          <a:r>
            <a:rPr lang="en-US"/>
            <a:t>AI Assisted Software Development</a:t>
          </a:r>
        </a:p>
      </dgm:t>
    </dgm:pt>
    <dgm:pt modelId="{CC385A04-2F97-40EB-A526-4490CFE85E10}" type="parTrans" cxnId="{32C21408-5933-4027-AAA7-4329FD6324EE}">
      <dgm:prSet/>
      <dgm:spPr/>
      <dgm:t>
        <a:bodyPr/>
        <a:lstStyle/>
        <a:p>
          <a:endParaRPr lang="en-US"/>
        </a:p>
      </dgm:t>
    </dgm:pt>
    <dgm:pt modelId="{7F8A3433-7A07-4FF2-901B-3CB786B1E3DF}" type="sibTrans" cxnId="{32C21408-5933-4027-AAA7-4329FD6324EE}">
      <dgm:prSet/>
      <dgm:spPr/>
      <dgm:t>
        <a:bodyPr/>
        <a:lstStyle/>
        <a:p>
          <a:endParaRPr lang="en-US"/>
        </a:p>
      </dgm:t>
    </dgm:pt>
    <dgm:pt modelId="{B06783FD-242F-4212-8B99-F82565760422}">
      <dgm:prSet/>
      <dgm:spPr/>
      <dgm:t>
        <a:bodyPr/>
        <a:lstStyle/>
        <a:p>
          <a:r>
            <a:rPr lang="en-US"/>
            <a:t>General Introduction to LLMs</a:t>
          </a:r>
        </a:p>
      </dgm:t>
    </dgm:pt>
    <dgm:pt modelId="{8DADE75C-745F-41A0-B229-9172860CB9CC}" type="parTrans" cxnId="{8186F13B-1E8D-4F23-ACF9-50C0BE7E9EBF}">
      <dgm:prSet/>
      <dgm:spPr/>
      <dgm:t>
        <a:bodyPr/>
        <a:lstStyle/>
        <a:p>
          <a:endParaRPr lang="en-US"/>
        </a:p>
      </dgm:t>
    </dgm:pt>
    <dgm:pt modelId="{C2F4285E-2584-4856-8887-E3EF9BFF494C}" type="sibTrans" cxnId="{8186F13B-1E8D-4F23-ACF9-50C0BE7E9EBF}">
      <dgm:prSet/>
      <dgm:spPr/>
      <dgm:t>
        <a:bodyPr/>
        <a:lstStyle/>
        <a:p>
          <a:endParaRPr lang="en-US"/>
        </a:p>
      </dgm:t>
    </dgm:pt>
    <dgm:pt modelId="{5A8573C4-22E2-48E1-A358-77D87716CB71}">
      <dgm:prSet/>
      <dgm:spPr/>
      <dgm:t>
        <a:bodyPr/>
        <a:lstStyle/>
        <a:p>
          <a:r>
            <a:rPr lang="en-US"/>
            <a:t>LLM Architecture for Code Generation</a:t>
          </a:r>
        </a:p>
      </dgm:t>
    </dgm:pt>
    <dgm:pt modelId="{366A4137-EDEC-4874-972E-151CDB779FF6}" type="parTrans" cxnId="{491B26A7-8D54-414C-86C4-278D8D0C7D38}">
      <dgm:prSet/>
      <dgm:spPr/>
      <dgm:t>
        <a:bodyPr/>
        <a:lstStyle/>
        <a:p>
          <a:endParaRPr lang="en-US"/>
        </a:p>
      </dgm:t>
    </dgm:pt>
    <dgm:pt modelId="{570DEE4B-BA90-455B-95F3-3FCEF5039E14}" type="sibTrans" cxnId="{491B26A7-8D54-414C-86C4-278D8D0C7D38}">
      <dgm:prSet/>
      <dgm:spPr/>
      <dgm:t>
        <a:bodyPr/>
        <a:lstStyle/>
        <a:p>
          <a:endParaRPr lang="en-US"/>
        </a:p>
      </dgm:t>
    </dgm:pt>
    <dgm:pt modelId="{93C533A5-AD2B-4CE2-A724-BA1867FF46BA}">
      <dgm:prSet/>
      <dgm:spPr/>
      <dgm:t>
        <a:bodyPr/>
        <a:lstStyle/>
        <a:p>
          <a:r>
            <a:rPr lang="en-US"/>
            <a:t>GitHub Copilot for Teams: Key Considerations for Adoption</a:t>
          </a:r>
        </a:p>
      </dgm:t>
    </dgm:pt>
    <dgm:pt modelId="{2094D5E2-4DDA-47DA-BDF6-B797725C758A}" type="parTrans" cxnId="{08B3D6F1-EB5B-442E-A634-31E1944ED3ED}">
      <dgm:prSet/>
      <dgm:spPr/>
      <dgm:t>
        <a:bodyPr/>
        <a:lstStyle/>
        <a:p>
          <a:endParaRPr lang="en-US"/>
        </a:p>
      </dgm:t>
    </dgm:pt>
    <dgm:pt modelId="{BB029509-DFEA-4D1A-9276-E9C7B69C5C0C}" type="sibTrans" cxnId="{08B3D6F1-EB5B-442E-A634-31E1944ED3ED}">
      <dgm:prSet/>
      <dgm:spPr/>
      <dgm:t>
        <a:bodyPr/>
        <a:lstStyle/>
        <a:p>
          <a:endParaRPr lang="en-US"/>
        </a:p>
      </dgm:t>
    </dgm:pt>
    <dgm:pt modelId="{BB287261-EB5C-4AF7-ACA5-D40ED38BA7A9}">
      <dgm:prSet/>
      <dgm:spPr/>
      <dgm:t>
        <a:bodyPr/>
        <a:lstStyle/>
        <a:p>
          <a:r>
            <a:rPr lang="en-US" dirty="0"/>
            <a:t>Intro to GitHub Copilot</a:t>
          </a:r>
        </a:p>
      </dgm:t>
    </dgm:pt>
    <dgm:pt modelId="{350EB5B6-E65F-4B9B-8A32-AA40C51EA2F1}" type="parTrans" cxnId="{598AC1C3-AD2D-4011-84E6-4145198CEFC0}">
      <dgm:prSet/>
      <dgm:spPr/>
      <dgm:t>
        <a:bodyPr/>
        <a:lstStyle/>
        <a:p>
          <a:endParaRPr lang="en-US"/>
        </a:p>
      </dgm:t>
    </dgm:pt>
    <dgm:pt modelId="{D76B7B15-FA68-444D-B518-2895A6864A86}" type="sibTrans" cxnId="{598AC1C3-AD2D-4011-84E6-4145198CEFC0}">
      <dgm:prSet/>
      <dgm:spPr/>
      <dgm:t>
        <a:bodyPr/>
        <a:lstStyle/>
        <a:p>
          <a:endParaRPr lang="en-US"/>
        </a:p>
      </dgm:t>
    </dgm:pt>
    <dgm:pt modelId="{DD463EAE-ADF9-4A99-85FD-1C90C9A27FF9}">
      <dgm:prSet/>
      <dgm:spPr/>
      <dgm:t>
        <a:bodyPr/>
        <a:lstStyle/>
        <a:p>
          <a:r>
            <a:rPr lang="en-US"/>
            <a:t>Hands-On with GitHub Copilot</a:t>
          </a:r>
        </a:p>
      </dgm:t>
    </dgm:pt>
    <dgm:pt modelId="{777F32F0-6021-4B91-A8CF-6166746FAF37}" type="parTrans" cxnId="{C104F695-B861-4F83-973C-53F72F349F11}">
      <dgm:prSet/>
      <dgm:spPr/>
      <dgm:t>
        <a:bodyPr/>
        <a:lstStyle/>
        <a:p>
          <a:endParaRPr lang="en-US"/>
        </a:p>
      </dgm:t>
    </dgm:pt>
    <dgm:pt modelId="{5EEAB2E9-83CA-4637-BCF1-28882BC521B5}" type="sibTrans" cxnId="{C104F695-B861-4F83-973C-53F72F349F11}">
      <dgm:prSet/>
      <dgm:spPr/>
      <dgm:t>
        <a:bodyPr/>
        <a:lstStyle/>
        <a:p>
          <a:endParaRPr lang="en-US"/>
        </a:p>
      </dgm:t>
    </dgm:pt>
    <dgm:pt modelId="{5D516CA3-0EFB-406A-9775-9A506D7E046E}">
      <dgm:prSet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Coding with Copilot</a:t>
          </a:r>
        </a:p>
      </dgm:t>
    </dgm:pt>
    <dgm:pt modelId="{465410FD-3646-4D68-8123-004BDD0EBC0E}" type="parTrans" cxnId="{94B1FE2E-7AA8-4857-A8BC-3094959F70AC}">
      <dgm:prSet/>
      <dgm:spPr/>
      <dgm:t>
        <a:bodyPr/>
        <a:lstStyle/>
        <a:p>
          <a:endParaRPr lang="en-US"/>
        </a:p>
      </dgm:t>
    </dgm:pt>
    <dgm:pt modelId="{D5CAD8C7-F68E-47DB-9A4F-D338C9C62666}" type="sibTrans" cxnId="{94B1FE2E-7AA8-4857-A8BC-3094959F70AC}">
      <dgm:prSet/>
      <dgm:spPr/>
      <dgm:t>
        <a:bodyPr/>
        <a:lstStyle/>
        <a:p>
          <a:endParaRPr lang="en-US"/>
        </a:p>
      </dgm:t>
    </dgm:pt>
    <dgm:pt modelId="{188A6C95-EB9E-48FF-A471-FC351E0A4B4E}">
      <dgm:prSet/>
      <dgm:spPr/>
      <dgm:t>
        <a:bodyPr/>
        <a:lstStyle/>
        <a:p>
          <a:r>
            <a:rPr lang="en-US" dirty="0"/>
            <a:t>Mob Programming</a:t>
          </a:r>
        </a:p>
      </dgm:t>
    </dgm:pt>
    <dgm:pt modelId="{DB26C85E-0D7F-40A4-8594-AFFBC094E2EF}" type="parTrans" cxnId="{71A35437-2BA5-4881-900D-3D8D0FD34923}">
      <dgm:prSet/>
      <dgm:spPr/>
      <dgm:t>
        <a:bodyPr/>
        <a:lstStyle/>
        <a:p>
          <a:endParaRPr lang="en-US"/>
        </a:p>
      </dgm:t>
    </dgm:pt>
    <dgm:pt modelId="{062B9D7E-1845-4860-8572-D1DA40B177F5}" type="sibTrans" cxnId="{71A35437-2BA5-4881-900D-3D8D0FD34923}">
      <dgm:prSet/>
      <dgm:spPr/>
      <dgm:t>
        <a:bodyPr/>
        <a:lstStyle/>
        <a:p>
          <a:endParaRPr lang="en-US"/>
        </a:p>
      </dgm:t>
    </dgm:pt>
    <dgm:pt modelId="{76C77108-03B6-456A-9DC9-0D48A6483642}">
      <dgm:prSet/>
      <dgm:spPr/>
      <dgm:t>
        <a:bodyPr/>
        <a:lstStyle/>
        <a:p>
          <a:r>
            <a:rPr lang="en-US" dirty="0"/>
            <a:t>What’s Next</a:t>
          </a:r>
        </a:p>
      </dgm:t>
    </dgm:pt>
    <dgm:pt modelId="{16E1A41B-7882-42EA-B36D-30F1E0AFE0F0}" type="parTrans" cxnId="{1BFCD15C-792E-4CF8-B604-8516E18AE370}">
      <dgm:prSet/>
      <dgm:spPr/>
      <dgm:t>
        <a:bodyPr/>
        <a:lstStyle/>
        <a:p>
          <a:endParaRPr lang="en-US"/>
        </a:p>
      </dgm:t>
    </dgm:pt>
    <dgm:pt modelId="{2482D31A-18A6-4DA5-88B2-E49CBFE51ADF}" type="sibTrans" cxnId="{1BFCD15C-792E-4CF8-B604-8516E18AE370}">
      <dgm:prSet/>
      <dgm:spPr/>
      <dgm:t>
        <a:bodyPr/>
        <a:lstStyle/>
        <a:p>
          <a:endParaRPr lang="en-US"/>
        </a:p>
      </dgm:t>
    </dgm:pt>
    <dgm:pt modelId="{0181DA28-EB27-4761-804B-B376FF9C80AE}" type="pres">
      <dgm:prSet presAssocID="{078E72EE-1E90-466C-9655-CAA4DCA5B467}" presName="Name0" presStyleCnt="0">
        <dgm:presLayoutVars>
          <dgm:dir/>
          <dgm:resizeHandles val="exact"/>
        </dgm:presLayoutVars>
      </dgm:prSet>
      <dgm:spPr/>
    </dgm:pt>
    <dgm:pt modelId="{B6E7108D-565B-4BD3-8673-DEDFD9DF187E}" type="pres">
      <dgm:prSet presAssocID="{E3BF8F47-9F39-4A87-BBDD-AE5617AFAAE2}" presName="node" presStyleLbl="node1" presStyleIdx="0" presStyleCnt="10">
        <dgm:presLayoutVars>
          <dgm:bulletEnabled val="1"/>
        </dgm:presLayoutVars>
      </dgm:prSet>
      <dgm:spPr/>
    </dgm:pt>
    <dgm:pt modelId="{0846B5C6-F0F4-47DC-8F81-AEAA1A5A6FCB}" type="pres">
      <dgm:prSet presAssocID="{C33DF3A4-CA3D-4E61-AB29-EAB949E0AD92}" presName="sibTrans" presStyleLbl="sibTrans1D1" presStyleIdx="0" presStyleCnt="9"/>
      <dgm:spPr/>
    </dgm:pt>
    <dgm:pt modelId="{48777882-6825-481E-A806-08022F309CE8}" type="pres">
      <dgm:prSet presAssocID="{C33DF3A4-CA3D-4E61-AB29-EAB949E0AD92}" presName="connectorText" presStyleLbl="sibTrans1D1" presStyleIdx="0" presStyleCnt="9"/>
      <dgm:spPr/>
    </dgm:pt>
    <dgm:pt modelId="{A1FFE56D-7BD1-45EB-A3B0-6E4CB5355EFD}" type="pres">
      <dgm:prSet presAssocID="{A7D02C78-97FB-48E0-AAA2-A5EEF2684BFA}" presName="node" presStyleLbl="node1" presStyleIdx="1" presStyleCnt="10">
        <dgm:presLayoutVars>
          <dgm:bulletEnabled val="1"/>
        </dgm:presLayoutVars>
      </dgm:prSet>
      <dgm:spPr/>
    </dgm:pt>
    <dgm:pt modelId="{1AD9240B-D591-4C47-B218-9C24559A23FE}" type="pres">
      <dgm:prSet presAssocID="{7F8A3433-7A07-4FF2-901B-3CB786B1E3DF}" presName="sibTrans" presStyleLbl="sibTrans1D1" presStyleIdx="1" presStyleCnt="9"/>
      <dgm:spPr/>
    </dgm:pt>
    <dgm:pt modelId="{513E6C93-C932-4871-9AB5-AE1341AD715A}" type="pres">
      <dgm:prSet presAssocID="{7F8A3433-7A07-4FF2-901B-3CB786B1E3DF}" presName="connectorText" presStyleLbl="sibTrans1D1" presStyleIdx="1" presStyleCnt="9"/>
      <dgm:spPr/>
    </dgm:pt>
    <dgm:pt modelId="{AB6D64DC-8047-443D-8A31-58CC13B9D383}" type="pres">
      <dgm:prSet presAssocID="{B06783FD-242F-4212-8B99-F82565760422}" presName="node" presStyleLbl="node1" presStyleIdx="2" presStyleCnt="10">
        <dgm:presLayoutVars>
          <dgm:bulletEnabled val="1"/>
        </dgm:presLayoutVars>
      </dgm:prSet>
      <dgm:spPr/>
    </dgm:pt>
    <dgm:pt modelId="{7AA5533A-EDAF-46AD-98E4-6AC89ED97F51}" type="pres">
      <dgm:prSet presAssocID="{C2F4285E-2584-4856-8887-E3EF9BFF494C}" presName="sibTrans" presStyleLbl="sibTrans1D1" presStyleIdx="2" presStyleCnt="9"/>
      <dgm:spPr/>
    </dgm:pt>
    <dgm:pt modelId="{03FBCC37-9168-4CB0-B1D8-9C1B24818596}" type="pres">
      <dgm:prSet presAssocID="{C2F4285E-2584-4856-8887-E3EF9BFF494C}" presName="connectorText" presStyleLbl="sibTrans1D1" presStyleIdx="2" presStyleCnt="9"/>
      <dgm:spPr/>
    </dgm:pt>
    <dgm:pt modelId="{4EA28538-4BF0-4C5C-98B8-6E70E4E44164}" type="pres">
      <dgm:prSet presAssocID="{5A8573C4-22E2-48E1-A358-77D87716CB71}" presName="node" presStyleLbl="node1" presStyleIdx="3" presStyleCnt="10">
        <dgm:presLayoutVars>
          <dgm:bulletEnabled val="1"/>
        </dgm:presLayoutVars>
      </dgm:prSet>
      <dgm:spPr/>
    </dgm:pt>
    <dgm:pt modelId="{01EC7479-A7CE-4CBB-98A6-58413C3FDC5B}" type="pres">
      <dgm:prSet presAssocID="{570DEE4B-BA90-455B-95F3-3FCEF5039E14}" presName="sibTrans" presStyleLbl="sibTrans1D1" presStyleIdx="3" presStyleCnt="9"/>
      <dgm:spPr/>
    </dgm:pt>
    <dgm:pt modelId="{5797C131-9160-4B80-AD3B-A8F742F7F2BF}" type="pres">
      <dgm:prSet presAssocID="{570DEE4B-BA90-455B-95F3-3FCEF5039E14}" presName="connectorText" presStyleLbl="sibTrans1D1" presStyleIdx="3" presStyleCnt="9"/>
      <dgm:spPr/>
    </dgm:pt>
    <dgm:pt modelId="{98AE2357-F7A5-4CC9-A154-4BE4F723655D}" type="pres">
      <dgm:prSet presAssocID="{93C533A5-AD2B-4CE2-A724-BA1867FF46BA}" presName="node" presStyleLbl="node1" presStyleIdx="4" presStyleCnt="10">
        <dgm:presLayoutVars>
          <dgm:bulletEnabled val="1"/>
        </dgm:presLayoutVars>
      </dgm:prSet>
      <dgm:spPr/>
    </dgm:pt>
    <dgm:pt modelId="{0359592B-7BFC-47BC-89DA-6E33CAC9EFB3}" type="pres">
      <dgm:prSet presAssocID="{BB029509-DFEA-4D1A-9276-E9C7B69C5C0C}" presName="sibTrans" presStyleLbl="sibTrans1D1" presStyleIdx="4" presStyleCnt="9"/>
      <dgm:spPr/>
    </dgm:pt>
    <dgm:pt modelId="{D5B4D64C-E412-4EAE-BE90-F39DE23CD5D4}" type="pres">
      <dgm:prSet presAssocID="{BB029509-DFEA-4D1A-9276-E9C7B69C5C0C}" presName="connectorText" presStyleLbl="sibTrans1D1" presStyleIdx="4" presStyleCnt="9"/>
      <dgm:spPr/>
    </dgm:pt>
    <dgm:pt modelId="{2F0F9CB8-6173-45B1-B82F-DB885C62313E}" type="pres">
      <dgm:prSet presAssocID="{BB287261-EB5C-4AF7-ACA5-D40ED38BA7A9}" presName="node" presStyleLbl="node1" presStyleIdx="5" presStyleCnt="10">
        <dgm:presLayoutVars>
          <dgm:bulletEnabled val="1"/>
        </dgm:presLayoutVars>
      </dgm:prSet>
      <dgm:spPr/>
    </dgm:pt>
    <dgm:pt modelId="{CCC6A3C7-8078-4E96-BF5A-7661AFCE6B09}" type="pres">
      <dgm:prSet presAssocID="{D76B7B15-FA68-444D-B518-2895A6864A86}" presName="sibTrans" presStyleLbl="sibTrans1D1" presStyleIdx="5" presStyleCnt="9"/>
      <dgm:spPr/>
    </dgm:pt>
    <dgm:pt modelId="{D00B6FF7-D079-4555-BBA0-8F1055192105}" type="pres">
      <dgm:prSet presAssocID="{D76B7B15-FA68-444D-B518-2895A6864A86}" presName="connectorText" presStyleLbl="sibTrans1D1" presStyleIdx="5" presStyleCnt="9"/>
      <dgm:spPr/>
    </dgm:pt>
    <dgm:pt modelId="{F410F55C-4BF7-4FE8-94DA-75D1439EF56C}" type="pres">
      <dgm:prSet presAssocID="{DD463EAE-ADF9-4A99-85FD-1C90C9A27FF9}" presName="node" presStyleLbl="node1" presStyleIdx="6" presStyleCnt="10">
        <dgm:presLayoutVars>
          <dgm:bulletEnabled val="1"/>
        </dgm:presLayoutVars>
      </dgm:prSet>
      <dgm:spPr/>
    </dgm:pt>
    <dgm:pt modelId="{090537FF-42A5-4D30-8BAB-D0C8F5240A81}" type="pres">
      <dgm:prSet presAssocID="{5EEAB2E9-83CA-4637-BCF1-28882BC521B5}" presName="sibTrans" presStyleLbl="sibTrans1D1" presStyleIdx="6" presStyleCnt="9"/>
      <dgm:spPr/>
    </dgm:pt>
    <dgm:pt modelId="{0B07C1B7-3595-43DF-86CB-E222E379276B}" type="pres">
      <dgm:prSet presAssocID="{5EEAB2E9-83CA-4637-BCF1-28882BC521B5}" presName="connectorText" presStyleLbl="sibTrans1D1" presStyleIdx="6" presStyleCnt="9"/>
      <dgm:spPr/>
    </dgm:pt>
    <dgm:pt modelId="{8E1493D1-E5CD-4839-8D08-7186F4A84C79}" type="pres">
      <dgm:prSet presAssocID="{188A6C95-EB9E-48FF-A471-FC351E0A4B4E}" presName="node" presStyleLbl="node1" presStyleIdx="7" presStyleCnt="10">
        <dgm:presLayoutVars>
          <dgm:bulletEnabled val="1"/>
        </dgm:presLayoutVars>
      </dgm:prSet>
      <dgm:spPr/>
    </dgm:pt>
    <dgm:pt modelId="{3A589FEB-3DAF-417F-B217-B4128ECBDCAF}" type="pres">
      <dgm:prSet presAssocID="{062B9D7E-1845-4860-8572-D1DA40B177F5}" presName="sibTrans" presStyleLbl="sibTrans1D1" presStyleIdx="7" presStyleCnt="9"/>
      <dgm:spPr/>
    </dgm:pt>
    <dgm:pt modelId="{1FDB0C24-0E47-4FCD-B40B-3C63D9887342}" type="pres">
      <dgm:prSet presAssocID="{062B9D7E-1845-4860-8572-D1DA40B177F5}" presName="connectorText" presStyleLbl="sibTrans1D1" presStyleIdx="7" presStyleCnt="9"/>
      <dgm:spPr/>
    </dgm:pt>
    <dgm:pt modelId="{48010D98-457F-4956-9629-8E8CF67FD9D9}" type="pres">
      <dgm:prSet presAssocID="{5D516CA3-0EFB-406A-9775-9A506D7E046E}" presName="node" presStyleLbl="node1" presStyleIdx="8" presStyleCnt="10">
        <dgm:presLayoutVars>
          <dgm:bulletEnabled val="1"/>
        </dgm:presLayoutVars>
      </dgm:prSet>
      <dgm:spPr/>
    </dgm:pt>
    <dgm:pt modelId="{C9809732-D730-4B55-AB9C-4FF43E398996}" type="pres">
      <dgm:prSet presAssocID="{D5CAD8C7-F68E-47DB-9A4F-D338C9C62666}" presName="sibTrans" presStyleLbl="sibTrans1D1" presStyleIdx="8" presStyleCnt="9"/>
      <dgm:spPr/>
    </dgm:pt>
    <dgm:pt modelId="{64B829D7-2E05-4563-B4CB-9230AAA12643}" type="pres">
      <dgm:prSet presAssocID="{D5CAD8C7-F68E-47DB-9A4F-D338C9C62666}" presName="connectorText" presStyleLbl="sibTrans1D1" presStyleIdx="8" presStyleCnt="9"/>
      <dgm:spPr/>
    </dgm:pt>
    <dgm:pt modelId="{52995D4B-751F-4ECB-B5DA-BD22D360D50D}" type="pres">
      <dgm:prSet presAssocID="{76C77108-03B6-456A-9DC9-0D48A6483642}" presName="node" presStyleLbl="node1" presStyleIdx="9" presStyleCnt="10">
        <dgm:presLayoutVars>
          <dgm:bulletEnabled val="1"/>
        </dgm:presLayoutVars>
      </dgm:prSet>
      <dgm:spPr/>
    </dgm:pt>
  </dgm:ptLst>
  <dgm:cxnLst>
    <dgm:cxn modelId="{73658607-CFB9-49EB-90E5-D73D396648F9}" type="presOf" srcId="{C2F4285E-2584-4856-8887-E3EF9BFF494C}" destId="{03FBCC37-9168-4CB0-B1D8-9C1B24818596}" srcOrd="1" destOrd="0" presId="urn:microsoft.com/office/officeart/2016/7/layout/RepeatingBendingProcessNew"/>
    <dgm:cxn modelId="{32C21408-5933-4027-AAA7-4329FD6324EE}" srcId="{078E72EE-1E90-466C-9655-CAA4DCA5B467}" destId="{A7D02C78-97FB-48E0-AAA2-A5EEF2684BFA}" srcOrd="1" destOrd="0" parTransId="{CC385A04-2F97-40EB-A526-4490CFE85E10}" sibTransId="{7F8A3433-7A07-4FF2-901B-3CB786B1E3DF}"/>
    <dgm:cxn modelId="{F5DD591B-8B65-48BC-85FA-36B7BBD97D38}" type="presOf" srcId="{BB029509-DFEA-4D1A-9276-E9C7B69C5C0C}" destId="{0359592B-7BFC-47BC-89DA-6E33CAC9EFB3}" srcOrd="0" destOrd="0" presId="urn:microsoft.com/office/officeart/2016/7/layout/RepeatingBendingProcessNew"/>
    <dgm:cxn modelId="{96F8BE1C-B6E0-4BBD-858C-5D576E98FFBA}" srcId="{078E72EE-1E90-466C-9655-CAA4DCA5B467}" destId="{E3BF8F47-9F39-4A87-BBDD-AE5617AFAAE2}" srcOrd="0" destOrd="0" parTransId="{9E313B6B-0BEF-4AD8-85FA-5CEB69503B76}" sibTransId="{C33DF3A4-CA3D-4E61-AB29-EAB949E0AD92}"/>
    <dgm:cxn modelId="{76CA1026-A76E-4BBD-9D3F-740CD5370CD9}" type="presOf" srcId="{5EEAB2E9-83CA-4637-BCF1-28882BC521B5}" destId="{090537FF-42A5-4D30-8BAB-D0C8F5240A81}" srcOrd="0" destOrd="0" presId="urn:microsoft.com/office/officeart/2016/7/layout/RepeatingBendingProcessNew"/>
    <dgm:cxn modelId="{ECA3E22B-159C-42CF-9040-18D6207FC800}" type="presOf" srcId="{76C77108-03B6-456A-9DC9-0D48A6483642}" destId="{52995D4B-751F-4ECB-B5DA-BD22D360D50D}" srcOrd="0" destOrd="0" presId="urn:microsoft.com/office/officeart/2016/7/layout/RepeatingBendingProcessNew"/>
    <dgm:cxn modelId="{94B1FE2E-7AA8-4857-A8BC-3094959F70AC}" srcId="{078E72EE-1E90-466C-9655-CAA4DCA5B467}" destId="{5D516CA3-0EFB-406A-9775-9A506D7E046E}" srcOrd="8" destOrd="0" parTransId="{465410FD-3646-4D68-8123-004BDD0EBC0E}" sibTransId="{D5CAD8C7-F68E-47DB-9A4F-D338C9C62666}"/>
    <dgm:cxn modelId="{2B125534-DFEB-4502-9D08-315D4CC251B3}" type="presOf" srcId="{5EEAB2E9-83CA-4637-BCF1-28882BC521B5}" destId="{0B07C1B7-3595-43DF-86CB-E222E379276B}" srcOrd="1" destOrd="0" presId="urn:microsoft.com/office/officeart/2016/7/layout/RepeatingBendingProcessNew"/>
    <dgm:cxn modelId="{71A35437-2BA5-4881-900D-3D8D0FD34923}" srcId="{078E72EE-1E90-466C-9655-CAA4DCA5B467}" destId="{188A6C95-EB9E-48FF-A471-FC351E0A4B4E}" srcOrd="7" destOrd="0" parTransId="{DB26C85E-0D7F-40A4-8594-AFFBC094E2EF}" sibTransId="{062B9D7E-1845-4860-8572-D1DA40B177F5}"/>
    <dgm:cxn modelId="{8186F13B-1E8D-4F23-ACF9-50C0BE7E9EBF}" srcId="{078E72EE-1E90-466C-9655-CAA4DCA5B467}" destId="{B06783FD-242F-4212-8B99-F82565760422}" srcOrd="2" destOrd="0" parTransId="{8DADE75C-745F-41A0-B229-9172860CB9CC}" sibTransId="{C2F4285E-2584-4856-8887-E3EF9BFF494C}"/>
    <dgm:cxn modelId="{30662A5C-9C8D-4201-A43E-D8E74F943CAA}" type="presOf" srcId="{D76B7B15-FA68-444D-B518-2895A6864A86}" destId="{D00B6FF7-D079-4555-BBA0-8F1055192105}" srcOrd="1" destOrd="0" presId="urn:microsoft.com/office/officeart/2016/7/layout/RepeatingBendingProcessNew"/>
    <dgm:cxn modelId="{1BFCD15C-792E-4CF8-B604-8516E18AE370}" srcId="{078E72EE-1E90-466C-9655-CAA4DCA5B467}" destId="{76C77108-03B6-456A-9DC9-0D48A6483642}" srcOrd="9" destOrd="0" parTransId="{16E1A41B-7882-42EA-B36D-30F1E0AFE0F0}" sibTransId="{2482D31A-18A6-4DA5-88B2-E49CBFE51ADF}"/>
    <dgm:cxn modelId="{5C9C1542-90A4-406B-BA9C-C37ED761A510}" type="presOf" srcId="{062B9D7E-1845-4860-8572-D1DA40B177F5}" destId="{1FDB0C24-0E47-4FCD-B40B-3C63D9887342}" srcOrd="1" destOrd="0" presId="urn:microsoft.com/office/officeart/2016/7/layout/RepeatingBendingProcessNew"/>
    <dgm:cxn modelId="{74161043-A99F-4E6B-B9B8-18921F7CA476}" type="presOf" srcId="{93C533A5-AD2B-4CE2-A724-BA1867FF46BA}" destId="{98AE2357-F7A5-4CC9-A154-4BE4F723655D}" srcOrd="0" destOrd="0" presId="urn:microsoft.com/office/officeart/2016/7/layout/RepeatingBendingProcessNew"/>
    <dgm:cxn modelId="{E4F58943-81E1-4EDA-BCA4-C4487F086A63}" type="presOf" srcId="{BB029509-DFEA-4D1A-9276-E9C7B69C5C0C}" destId="{D5B4D64C-E412-4EAE-BE90-F39DE23CD5D4}" srcOrd="1" destOrd="0" presId="urn:microsoft.com/office/officeart/2016/7/layout/RepeatingBendingProcessNew"/>
    <dgm:cxn modelId="{4BFA474C-28EA-4440-925C-7923DBD8024E}" type="presOf" srcId="{5A8573C4-22E2-48E1-A358-77D87716CB71}" destId="{4EA28538-4BF0-4C5C-98B8-6E70E4E44164}" srcOrd="0" destOrd="0" presId="urn:microsoft.com/office/officeart/2016/7/layout/RepeatingBendingProcessNew"/>
    <dgm:cxn modelId="{A5D5B66D-6D22-488C-A134-3F8EB66AF0DD}" type="presOf" srcId="{7F8A3433-7A07-4FF2-901B-3CB786B1E3DF}" destId="{513E6C93-C932-4871-9AB5-AE1341AD715A}" srcOrd="1" destOrd="0" presId="urn:microsoft.com/office/officeart/2016/7/layout/RepeatingBendingProcessNew"/>
    <dgm:cxn modelId="{7A1D8171-B731-4C5E-8204-D6515D803790}" type="presOf" srcId="{E3BF8F47-9F39-4A87-BBDD-AE5617AFAAE2}" destId="{B6E7108D-565B-4BD3-8673-DEDFD9DF187E}" srcOrd="0" destOrd="0" presId="urn:microsoft.com/office/officeart/2016/7/layout/RepeatingBendingProcessNew"/>
    <dgm:cxn modelId="{0A920D76-F458-4E30-B256-A2567AF3ACA2}" type="presOf" srcId="{062B9D7E-1845-4860-8572-D1DA40B177F5}" destId="{3A589FEB-3DAF-417F-B217-B4128ECBDCAF}" srcOrd="0" destOrd="0" presId="urn:microsoft.com/office/officeart/2016/7/layout/RepeatingBendingProcessNew"/>
    <dgm:cxn modelId="{699B8376-6E50-44A0-A037-C09B941D272C}" type="presOf" srcId="{5D516CA3-0EFB-406A-9775-9A506D7E046E}" destId="{48010D98-457F-4956-9629-8E8CF67FD9D9}" srcOrd="0" destOrd="0" presId="urn:microsoft.com/office/officeart/2016/7/layout/RepeatingBendingProcessNew"/>
    <dgm:cxn modelId="{E121C256-E8EA-4500-B3DD-FB9ABA07D0B8}" type="presOf" srcId="{188A6C95-EB9E-48FF-A471-FC351E0A4B4E}" destId="{8E1493D1-E5CD-4839-8D08-7186F4A84C79}" srcOrd="0" destOrd="0" presId="urn:microsoft.com/office/officeart/2016/7/layout/RepeatingBendingProcessNew"/>
    <dgm:cxn modelId="{2C12E992-57EE-4BEE-9FF5-B2403AF847AE}" type="presOf" srcId="{C33DF3A4-CA3D-4E61-AB29-EAB949E0AD92}" destId="{0846B5C6-F0F4-47DC-8F81-AEAA1A5A6FCB}" srcOrd="0" destOrd="0" presId="urn:microsoft.com/office/officeart/2016/7/layout/RepeatingBendingProcessNew"/>
    <dgm:cxn modelId="{C104F695-B861-4F83-973C-53F72F349F11}" srcId="{078E72EE-1E90-466C-9655-CAA4DCA5B467}" destId="{DD463EAE-ADF9-4A99-85FD-1C90C9A27FF9}" srcOrd="6" destOrd="0" parTransId="{777F32F0-6021-4B91-A8CF-6166746FAF37}" sibTransId="{5EEAB2E9-83CA-4637-BCF1-28882BC521B5}"/>
    <dgm:cxn modelId="{94A4EE99-3B06-447F-91F1-25833E45FEAA}" type="presOf" srcId="{570DEE4B-BA90-455B-95F3-3FCEF5039E14}" destId="{01EC7479-A7CE-4CBB-98A6-58413C3FDC5B}" srcOrd="0" destOrd="0" presId="urn:microsoft.com/office/officeart/2016/7/layout/RepeatingBendingProcessNew"/>
    <dgm:cxn modelId="{41F2AA9C-5097-4A39-A14D-03DDABC42540}" type="presOf" srcId="{7F8A3433-7A07-4FF2-901B-3CB786B1E3DF}" destId="{1AD9240B-D591-4C47-B218-9C24559A23FE}" srcOrd="0" destOrd="0" presId="urn:microsoft.com/office/officeart/2016/7/layout/RepeatingBendingProcessNew"/>
    <dgm:cxn modelId="{491B26A7-8D54-414C-86C4-278D8D0C7D38}" srcId="{078E72EE-1E90-466C-9655-CAA4DCA5B467}" destId="{5A8573C4-22E2-48E1-A358-77D87716CB71}" srcOrd="3" destOrd="0" parTransId="{366A4137-EDEC-4874-972E-151CDB779FF6}" sibTransId="{570DEE4B-BA90-455B-95F3-3FCEF5039E14}"/>
    <dgm:cxn modelId="{F6A81BB3-1025-4190-9DC2-AF891F6973EB}" type="presOf" srcId="{D76B7B15-FA68-444D-B518-2895A6864A86}" destId="{CCC6A3C7-8078-4E96-BF5A-7661AFCE6B09}" srcOrd="0" destOrd="0" presId="urn:microsoft.com/office/officeart/2016/7/layout/RepeatingBendingProcessNew"/>
    <dgm:cxn modelId="{859309C0-31B7-4FEA-8303-826DEDFF6E10}" type="presOf" srcId="{D5CAD8C7-F68E-47DB-9A4F-D338C9C62666}" destId="{C9809732-D730-4B55-AB9C-4FF43E398996}" srcOrd="0" destOrd="0" presId="urn:microsoft.com/office/officeart/2016/7/layout/RepeatingBendingProcessNew"/>
    <dgm:cxn modelId="{598AC1C3-AD2D-4011-84E6-4145198CEFC0}" srcId="{078E72EE-1E90-466C-9655-CAA4DCA5B467}" destId="{BB287261-EB5C-4AF7-ACA5-D40ED38BA7A9}" srcOrd="5" destOrd="0" parTransId="{350EB5B6-E65F-4B9B-8A32-AA40C51EA2F1}" sibTransId="{D76B7B15-FA68-444D-B518-2895A6864A86}"/>
    <dgm:cxn modelId="{5B07D8CF-ADF1-4448-A639-46EE9830111A}" type="presOf" srcId="{C33DF3A4-CA3D-4E61-AB29-EAB949E0AD92}" destId="{48777882-6825-481E-A806-08022F309CE8}" srcOrd="1" destOrd="0" presId="urn:microsoft.com/office/officeart/2016/7/layout/RepeatingBendingProcessNew"/>
    <dgm:cxn modelId="{1F60A5D6-FE82-4EDA-A589-735F0901E3AE}" type="presOf" srcId="{078E72EE-1E90-466C-9655-CAA4DCA5B467}" destId="{0181DA28-EB27-4761-804B-B376FF9C80AE}" srcOrd="0" destOrd="0" presId="urn:microsoft.com/office/officeart/2016/7/layout/RepeatingBendingProcessNew"/>
    <dgm:cxn modelId="{0AC09DD8-0A91-4BB4-8EBB-8DA51EB66645}" type="presOf" srcId="{DD463EAE-ADF9-4A99-85FD-1C90C9A27FF9}" destId="{F410F55C-4BF7-4FE8-94DA-75D1439EF56C}" srcOrd="0" destOrd="0" presId="urn:microsoft.com/office/officeart/2016/7/layout/RepeatingBendingProcessNew"/>
    <dgm:cxn modelId="{189A5BE4-996E-4695-8A8D-200365243F0F}" type="presOf" srcId="{D5CAD8C7-F68E-47DB-9A4F-D338C9C62666}" destId="{64B829D7-2E05-4563-B4CB-9230AAA12643}" srcOrd="1" destOrd="0" presId="urn:microsoft.com/office/officeart/2016/7/layout/RepeatingBendingProcessNew"/>
    <dgm:cxn modelId="{D63607EB-F951-4D2E-ADAA-2E97F79AD2C2}" type="presOf" srcId="{C2F4285E-2584-4856-8887-E3EF9BFF494C}" destId="{7AA5533A-EDAF-46AD-98E4-6AC89ED97F51}" srcOrd="0" destOrd="0" presId="urn:microsoft.com/office/officeart/2016/7/layout/RepeatingBendingProcessNew"/>
    <dgm:cxn modelId="{6A0129EE-1B2C-4902-AB1E-F535E60875C2}" type="presOf" srcId="{B06783FD-242F-4212-8B99-F82565760422}" destId="{AB6D64DC-8047-443D-8A31-58CC13B9D383}" srcOrd="0" destOrd="0" presId="urn:microsoft.com/office/officeart/2016/7/layout/RepeatingBendingProcessNew"/>
    <dgm:cxn modelId="{5D0397F0-0344-4B9E-98AC-89086361430F}" type="presOf" srcId="{A7D02C78-97FB-48E0-AAA2-A5EEF2684BFA}" destId="{A1FFE56D-7BD1-45EB-A3B0-6E4CB5355EFD}" srcOrd="0" destOrd="0" presId="urn:microsoft.com/office/officeart/2016/7/layout/RepeatingBendingProcessNew"/>
    <dgm:cxn modelId="{08B3D6F1-EB5B-442E-A634-31E1944ED3ED}" srcId="{078E72EE-1E90-466C-9655-CAA4DCA5B467}" destId="{93C533A5-AD2B-4CE2-A724-BA1867FF46BA}" srcOrd="4" destOrd="0" parTransId="{2094D5E2-4DDA-47DA-BDF6-B797725C758A}" sibTransId="{BB029509-DFEA-4D1A-9276-E9C7B69C5C0C}"/>
    <dgm:cxn modelId="{BBAAF4F3-7B73-434A-8EB7-420C654923F2}" type="presOf" srcId="{BB287261-EB5C-4AF7-ACA5-D40ED38BA7A9}" destId="{2F0F9CB8-6173-45B1-B82F-DB885C62313E}" srcOrd="0" destOrd="0" presId="urn:microsoft.com/office/officeart/2016/7/layout/RepeatingBendingProcessNew"/>
    <dgm:cxn modelId="{C921EAFC-44E6-4690-A88E-E4887341EBC8}" type="presOf" srcId="{570DEE4B-BA90-455B-95F3-3FCEF5039E14}" destId="{5797C131-9160-4B80-AD3B-A8F742F7F2BF}" srcOrd="1" destOrd="0" presId="urn:microsoft.com/office/officeart/2016/7/layout/RepeatingBendingProcessNew"/>
    <dgm:cxn modelId="{164F29B0-D020-421A-AEA8-7CA3F754A03C}" type="presParOf" srcId="{0181DA28-EB27-4761-804B-B376FF9C80AE}" destId="{B6E7108D-565B-4BD3-8673-DEDFD9DF187E}" srcOrd="0" destOrd="0" presId="urn:microsoft.com/office/officeart/2016/7/layout/RepeatingBendingProcessNew"/>
    <dgm:cxn modelId="{CD0CD353-AF22-4B22-9A6A-84C2A6412467}" type="presParOf" srcId="{0181DA28-EB27-4761-804B-B376FF9C80AE}" destId="{0846B5C6-F0F4-47DC-8F81-AEAA1A5A6FCB}" srcOrd="1" destOrd="0" presId="urn:microsoft.com/office/officeart/2016/7/layout/RepeatingBendingProcessNew"/>
    <dgm:cxn modelId="{76B2DB2C-68FC-4FB3-8EE3-B0EB7F7CE601}" type="presParOf" srcId="{0846B5C6-F0F4-47DC-8F81-AEAA1A5A6FCB}" destId="{48777882-6825-481E-A806-08022F309CE8}" srcOrd="0" destOrd="0" presId="urn:microsoft.com/office/officeart/2016/7/layout/RepeatingBendingProcessNew"/>
    <dgm:cxn modelId="{996F5FA9-6C22-4B67-A447-D011DBCC985B}" type="presParOf" srcId="{0181DA28-EB27-4761-804B-B376FF9C80AE}" destId="{A1FFE56D-7BD1-45EB-A3B0-6E4CB5355EFD}" srcOrd="2" destOrd="0" presId="urn:microsoft.com/office/officeart/2016/7/layout/RepeatingBendingProcessNew"/>
    <dgm:cxn modelId="{6B0F7210-3D2F-474A-B74A-069C1387F471}" type="presParOf" srcId="{0181DA28-EB27-4761-804B-B376FF9C80AE}" destId="{1AD9240B-D591-4C47-B218-9C24559A23FE}" srcOrd="3" destOrd="0" presId="urn:microsoft.com/office/officeart/2016/7/layout/RepeatingBendingProcessNew"/>
    <dgm:cxn modelId="{9C62B25C-2D47-4DF9-BA78-D2D4A1C8ECC1}" type="presParOf" srcId="{1AD9240B-D591-4C47-B218-9C24559A23FE}" destId="{513E6C93-C932-4871-9AB5-AE1341AD715A}" srcOrd="0" destOrd="0" presId="urn:microsoft.com/office/officeart/2016/7/layout/RepeatingBendingProcessNew"/>
    <dgm:cxn modelId="{E6BEC66B-D2F9-467A-8C48-AFDD2E76A331}" type="presParOf" srcId="{0181DA28-EB27-4761-804B-B376FF9C80AE}" destId="{AB6D64DC-8047-443D-8A31-58CC13B9D383}" srcOrd="4" destOrd="0" presId="urn:microsoft.com/office/officeart/2016/7/layout/RepeatingBendingProcessNew"/>
    <dgm:cxn modelId="{7DAEC7E0-1CE7-4023-8704-E5C3055F6AF8}" type="presParOf" srcId="{0181DA28-EB27-4761-804B-B376FF9C80AE}" destId="{7AA5533A-EDAF-46AD-98E4-6AC89ED97F51}" srcOrd="5" destOrd="0" presId="urn:microsoft.com/office/officeart/2016/7/layout/RepeatingBendingProcessNew"/>
    <dgm:cxn modelId="{CE8E95A7-D7DF-4480-8557-96464493F77A}" type="presParOf" srcId="{7AA5533A-EDAF-46AD-98E4-6AC89ED97F51}" destId="{03FBCC37-9168-4CB0-B1D8-9C1B24818596}" srcOrd="0" destOrd="0" presId="urn:microsoft.com/office/officeart/2016/7/layout/RepeatingBendingProcessNew"/>
    <dgm:cxn modelId="{50AF6C1A-83EB-4F7C-B238-905A88A49F63}" type="presParOf" srcId="{0181DA28-EB27-4761-804B-B376FF9C80AE}" destId="{4EA28538-4BF0-4C5C-98B8-6E70E4E44164}" srcOrd="6" destOrd="0" presId="urn:microsoft.com/office/officeart/2016/7/layout/RepeatingBendingProcessNew"/>
    <dgm:cxn modelId="{AA2DC948-46AE-45B5-9251-242B949A2F20}" type="presParOf" srcId="{0181DA28-EB27-4761-804B-B376FF9C80AE}" destId="{01EC7479-A7CE-4CBB-98A6-58413C3FDC5B}" srcOrd="7" destOrd="0" presId="urn:microsoft.com/office/officeart/2016/7/layout/RepeatingBendingProcessNew"/>
    <dgm:cxn modelId="{73357E0C-58D7-4C65-9DC1-9639549684C9}" type="presParOf" srcId="{01EC7479-A7CE-4CBB-98A6-58413C3FDC5B}" destId="{5797C131-9160-4B80-AD3B-A8F742F7F2BF}" srcOrd="0" destOrd="0" presId="urn:microsoft.com/office/officeart/2016/7/layout/RepeatingBendingProcessNew"/>
    <dgm:cxn modelId="{F247F4A8-4594-4E95-855D-77081ECC34DF}" type="presParOf" srcId="{0181DA28-EB27-4761-804B-B376FF9C80AE}" destId="{98AE2357-F7A5-4CC9-A154-4BE4F723655D}" srcOrd="8" destOrd="0" presId="urn:microsoft.com/office/officeart/2016/7/layout/RepeatingBendingProcessNew"/>
    <dgm:cxn modelId="{C9D3BC0D-A2D9-42B7-8831-C4CA258BA66C}" type="presParOf" srcId="{0181DA28-EB27-4761-804B-B376FF9C80AE}" destId="{0359592B-7BFC-47BC-89DA-6E33CAC9EFB3}" srcOrd="9" destOrd="0" presId="urn:microsoft.com/office/officeart/2016/7/layout/RepeatingBendingProcessNew"/>
    <dgm:cxn modelId="{8A2922EE-9804-4BF1-BE62-135BAA3AD50D}" type="presParOf" srcId="{0359592B-7BFC-47BC-89DA-6E33CAC9EFB3}" destId="{D5B4D64C-E412-4EAE-BE90-F39DE23CD5D4}" srcOrd="0" destOrd="0" presId="urn:microsoft.com/office/officeart/2016/7/layout/RepeatingBendingProcessNew"/>
    <dgm:cxn modelId="{13CAF4AE-9C38-48C4-9759-B22A2833E7EA}" type="presParOf" srcId="{0181DA28-EB27-4761-804B-B376FF9C80AE}" destId="{2F0F9CB8-6173-45B1-B82F-DB885C62313E}" srcOrd="10" destOrd="0" presId="urn:microsoft.com/office/officeart/2016/7/layout/RepeatingBendingProcessNew"/>
    <dgm:cxn modelId="{10CE660F-1655-42B7-A793-94D639C5551E}" type="presParOf" srcId="{0181DA28-EB27-4761-804B-B376FF9C80AE}" destId="{CCC6A3C7-8078-4E96-BF5A-7661AFCE6B09}" srcOrd="11" destOrd="0" presId="urn:microsoft.com/office/officeart/2016/7/layout/RepeatingBendingProcessNew"/>
    <dgm:cxn modelId="{12B767D5-2B1B-47C1-ABC8-31DBEBD2E3AB}" type="presParOf" srcId="{CCC6A3C7-8078-4E96-BF5A-7661AFCE6B09}" destId="{D00B6FF7-D079-4555-BBA0-8F1055192105}" srcOrd="0" destOrd="0" presId="urn:microsoft.com/office/officeart/2016/7/layout/RepeatingBendingProcessNew"/>
    <dgm:cxn modelId="{CB5061A1-4AB4-4E3E-9615-D37C1A4E6D4F}" type="presParOf" srcId="{0181DA28-EB27-4761-804B-B376FF9C80AE}" destId="{F410F55C-4BF7-4FE8-94DA-75D1439EF56C}" srcOrd="12" destOrd="0" presId="urn:microsoft.com/office/officeart/2016/7/layout/RepeatingBendingProcessNew"/>
    <dgm:cxn modelId="{1F7F2C17-3B7B-4087-BBEB-1D9CED95755B}" type="presParOf" srcId="{0181DA28-EB27-4761-804B-B376FF9C80AE}" destId="{090537FF-42A5-4D30-8BAB-D0C8F5240A81}" srcOrd="13" destOrd="0" presId="urn:microsoft.com/office/officeart/2016/7/layout/RepeatingBendingProcessNew"/>
    <dgm:cxn modelId="{CA7851B1-D2B0-4C8D-BEFF-3A0E48847191}" type="presParOf" srcId="{090537FF-42A5-4D30-8BAB-D0C8F5240A81}" destId="{0B07C1B7-3595-43DF-86CB-E222E379276B}" srcOrd="0" destOrd="0" presId="urn:microsoft.com/office/officeart/2016/7/layout/RepeatingBendingProcessNew"/>
    <dgm:cxn modelId="{06C70E61-5498-46CE-BD8E-5BBBF9D3B0D8}" type="presParOf" srcId="{0181DA28-EB27-4761-804B-B376FF9C80AE}" destId="{8E1493D1-E5CD-4839-8D08-7186F4A84C79}" srcOrd="14" destOrd="0" presId="urn:microsoft.com/office/officeart/2016/7/layout/RepeatingBendingProcessNew"/>
    <dgm:cxn modelId="{4048C9AA-2217-4872-8E78-49B185B4A6D9}" type="presParOf" srcId="{0181DA28-EB27-4761-804B-B376FF9C80AE}" destId="{3A589FEB-3DAF-417F-B217-B4128ECBDCAF}" srcOrd="15" destOrd="0" presId="urn:microsoft.com/office/officeart/2016/7/layout/RepeatingBendingProcessNew"/>
    <dgm:cxn modelId="{90EBCD29-A559-4BDF-BE65-47B8C6546FE8}" type="presParOf" srcId="{3A589FEB-3DAF-417F-B217-B4128ECBDCAF}" destId="{1FDB0C24-0E47-4FCD-B40B-3C63D9887342}" srcOrd="0" destOrd="0" presId="urn:microsoft.com/office/officeart/2016/7/layout/RepeatingBendingProcessNew"/>
    <dgm:cxn modelId="{2918268E-20D2-4E27-AD52-E70155C88E20}" type="presParOf" srcId="{0181DA28-EB27-4761-804B-B376FF9C80AE}" destId="{48010D98-457F-4956-9629-8E8CF67FD9D9}" srcOrd="16" destOrd="0" presId="urn:microsoft.com/office/officeart/2016/7/layout/RepeatingBendingProcessNew"/>
    <dgm:cxn modelId="{C606AA8E-0948-4022-99B8-8E615F35B7A6}" type="presParOf" srcId="{0181DA28-EB27-4761-804B-B376FF9C80AE}" destId="{C9809732-D730-4B55-AB9C-4FF43E398996}" srcOrd="17" destOrd="0" presId="urn:microsoft.com/office/officeart/2016/7/layout/RepeatingBendingProcessNew"/>
    <dgm:cxn modelId="{6FB5DB13-87F8-458D-91FF-0BE02DB64559}" type="presParOf" srcId="{C9809732-D730-4B55-AB9C-4FF43E398996}" destId="{64B829D7-2E05-4563-B4CB-9230AAA12643}" srcOrd="0" destOrd="0" presId="urn:microsoft.com/office/officeart/2016/7/layout/RepeatingBendingProcessNew"/>
    <dgm:cxn modelId="{CFA0A08A-3EB1-46E1-B0F4-7938A5679DBD}" type="presParOf" srcId="{0181DA28-EB27-4761-804B-B376FF9C80AE}" destId="{52995D4B-751F-4ECB-B5DA-BD22D360D50D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6B5C6-F0F4-47DC-8F81-AEAA1A5A6FCB}">
      <dsp:nvSpPr>
        <dsp:cNvPr id="0" name=""/>
        <dsp:cNvSpPr/>
      </dsp:nvSpPr>
      <dsp:spPr>
        <a:xfrm>
          <a:off x="2669704" y="533945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4"/>
        <a:ext cx="22113" cy="4422"/>
      </dsp:txXfrm>
    </dsp:sp>
    <dsp:sp modelId="{B6E7108D-565B-4BD3-8673-DEDFD9DF187E}">
      <dsp:nvSpPr>
        <dsp:cNvPr id="0" name=""/>
        <dsp:cNvSpPr/>
      </dsp:nvSpPr>
      <dsp:spPr>
        <a:xfrm>
          <a:off x="748607" y="2796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Overview</a:t>
          </a:r>
        </a:p>
      </dsp:txBody>
      <dsp:txXfrm>
        <a:off x="748607" y="2796"/>
        <a:ext cx="1922896" cy="1153737"/>
      </dsp:txXfrm>
    </dsp:sp>
    <dsp:sp modelId="{1AD9240B-D591-4C47-B218-9C24559A23FE}">
      <dsp:nvSpPr>
        <dsp:cNvPr id="0" name=""/>
        <dsp:cNvSpPr/>
      </dsp:nvSpPr>
      <dsp:spPr>
        <a:xfrm>
          <a:off x="5034866" y="533945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4"/>
        <a:ext cx="22113" cy="4422"/>
      </dsp:txXfrm>
    </dsp:sp>
    <dsp:sp modelId="{A1FFE56D-7BD1-45EB-A3B0-6E4CB5355EFD}">
      <dsp:nvSpPr>
        <dsp:cNvPr id="0" name=""/>
        <dsp:cNvSpPr/>
      </dsp:nvSpPr>
      <dsp:spPr>
        <a:xfrm>
          <a:off x="3113770" y="2796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AI Assisted Software Development</a:t>
          </a:r>
        </a:p>
      </dsp:txBody>
      <dsp:txXfrm>
        <a:off x="3113770" y="2796"/>
        <a:ext cx="1922896" cy="1153737"/>
      </dsp:txXfrm>
    </dsp:sp>
    <dsp:sp modelId="{7AA5533A-EDAF-46AD-98E4-6AC89ED97F51}">
      <dsp:nvSpPr>
        <dsp:cNvPr id="0" name=""/>
        <dsp:cNvSpPr/>
      </dsp:nvSpPr>
      <dsp:spPr>
        <a:xfrm>
          <a:off x="7400029" y="533945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4"/>
        <a:ext cx="22113" cy="4422"/>
      </dsp:txXfrm>
    </dsp:sp>
    <dsp:sp modelId="{AB6D64DC-8047-443D-8A31-58CC13B9D383}">
      <dsp:nvSpPr>
        <dsp:cNvPr id="0" name=""/>
        <dsp:cNvSpPr/>
      </dsp:nvSpPr>
      <dsp:spPr>
        <a:xfrm>
          <a:off x="5478933" y="2796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General Introduction to LLMs</a:t>
          </a:r>
        </a:p>
      </dsp:txBody>
      <dsp:txXfrm>
        <a:off x="5478933" y="2796"/>
        <a:ext cx="1922896" cy="1153737"/>
      </dsp:txXfrm>
    </dsp:sp>
    <dsp:sp modelId="{01EC7479-A7CE-4CBB-98A6-58413C3FDC5B}">
      <dsp:nvSpPr>
        <dsp:cNvPr id="0" name=""/>
        <dsp:cNvSpPr/>
      </dsp:nvSpPr>
      <dsp:spPr>
        <a:xfrm>
          <a:off x="1710055" y="1154734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6"/>
        <a:ext cx="355462" cy="4422"/>
      </dsp:txXfrm>
    </dsp:sp>
    <dsp:sp modelId="{4EA28538-4BF0-4C5C-98B8-6E70E4E44164}">
      <dsp:nvSpPr>
        <dsp:cNvPr id="0" name=""/>
        <dsp:cNvSpPr/>
      </dsp:nvSpPr>
      <dsp:spPr>
        <a:xfrm>
          <a:off x="7844095" y="2796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LLM Architecture for Code Generation</a:t>
          </a:r>
        </a:p>
      </dsp:txBody>
      <dsp:txXfrm>
        <a:off x="7844095" y="2796"/>
        <a:ext cx="1922896" cy="1153737"/>
      </dsp:txXfrm>
    </dsp:sp>
    <dsp:sp modelId="{0359592B-7BFC-47BC-89DA-6E33CAC9EFB3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8"/>
        <a:ext cx="22113" cy="4422"/>
      </dsp:txXfrm>
    </dsp:sp>
    <dsp:sp modelId="{98AE2357-F7A5-4CC9-A154-4BE4F723655D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GitHub Copilot for Teams: Key Considerations for Adoption</a:t>
          </a:r>
        </a:p>
      </dsp:txBody>
      <dsp:txXfrm>
        <a:off x="748607" y="1598800"/>
        <a:ext cx="1922896" cy="1153737"/>
      </dsp:txXfrm>
    </dsp:sp>
    <dsp:sp modelId="{CCC6A3C7-8078-4E96-BF5A-7661AFCE6B09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8"/>
        <a:ext cx="22113" cy="4422"/>
      </dsp:txXfrm>
    </dsp:sp>
    <dsp:sp modelId="{2F0F9CB8-6173-45B1-B82F-DB885C62313E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Intro to GitHub Copilot</a:t>
          </a:r>
        </a:p>
      </dsp:txBody>
      <dsp:txXfrm>
        <a:off x="3113770" y="1598800"/>
        <a:ext cx="1922896" cy="1153737"/>
      </dsp:txXfrm>
    </dsp:sp>
    <dsp:sp modelId="{090537FF-42A5-4D30-8BAB-D0C8F5240A81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8"/>
        <a:ext cx="22113" cy="4422"/>
      </dsp:txXfrm>
    </dsp:sp>
    <dsp:sp modelId="{F410F55C-4BF7-4FE8-94DA-75D1439EF56C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Hands-On with GitHub Copilot</a:t>
          </a:r>
        </a:p>
      </dsp:txBody>
      <dsp:txXfrm>
        <a:off x="5478933" y="1598800"/>
        <a:ext cx="1922896" cy="1153737"/>
      </dsp:txXfrm>
    </dsp:sp>
    <dsp:sp modelId="{3A589FEB-3DAF-417F-B217-B4128ECBDCAF}">
      <dsp:nvSpPr>
        <dsp:cNvPr id="0" name=""/>
        <dsp:cNvSpPr/>
      </dsp:nvSpPr>
      <dsp:spPr>
        <a:xfrm>
          <a:off x="1710055" y="2750738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60"/>
        <a:ext cx="355462" cy="4422"/>
      </dsp:txXfrm>
    </dsp:sp>
    <dsp:sp modelId="{8E1493D1-E5CD-4839-8D08-7186F4A84C79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Mob Programming</a:t>
          </a:r>
        </a:p>
      </dsp:txBody>
      <dsp:txXfrm>
        <a:off x="7844095" y="1598800"/>
        <a:ext cx="1922896" cy="1153737"/>
      </dsp:txXfrm>
    </dsp:sp>
    <dsp:sp modelId="{C9809732-D730-4B55-AB9C-4FF43E398996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2"/>
        <a:ext cx="22113" cy="4422"/>
      </dsp:txXfrm>
    </dsp:sp>
    <dsp:sp modelId="{48010D98-457F-4956-9629-8E8CF67FD9D9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Coding with Copilot</a:t>
          </a:r>
        </a:p>
      </dsp:txBody>
      <dsp:txXfrm>
        <a:off x="748607" y="3194804"/>
        <a:ext cx="1922896" cy="1153737"/>
      </dsp:txXfrm>
    </dsp:sp>
    <dsp:sp modelId="{52995D4B-751F-4ECB-B5DA-BD22D360D50D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What’s Next</a:t>
          </a:r>
        </a:p>
      </dsp:txBody>
      <dsp:txXfrm>
        <a:off x="3113770" y="3194804"/>
        <a:ext cx="1922896" cy="11537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4ABA8-3311-4372-BA44-30D2D0050509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F20C4-ED20-422B-8A34-55B299DEC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28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BE7C-9FAE-47DA-29E5-63F9E7F7A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10CEE3-3741-B46A-D22C-9A59835CF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71BD8-C3C0-B75D-2460-0D2FAACB1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Agenda: Quick walkthrough of topics; highlight hands-on demos and exercises.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CE6D6-AA20-F40A-E045-E83219A800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5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E4CC6B-D061-B9BF-8D76-C598B06F48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CF28203-1C70-CFCF-4C07-DCDFB7106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324793" y="1240535"/>
            <a:ext cx="3536883" cy="127327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236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0161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7533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83125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433167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1735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751498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11E34D-9924-5CDE-163D-E7EEE95600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AD67F93-D7A2-8DAF-B21F-29FB3C2230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368567102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9916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504943-1DCF-F00B-57E9-8B85F07EA6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931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594611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FCE494-73CF-CE19-56B8-89417B3C2D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A1E3A1-491F-34E4-BF20-C30D8D9D52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637953" y="1352537"/>
            <a:ext cx="2916093" cy="10522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63577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162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0253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248912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151441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1FE610-6047-B205-39D5-AAE0FC88D4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3297075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B417DD18-433C-846F-CF0C-BD9D67B16A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3243460" y="1875442"/>
            <a:ext cx="5705079" cy="2058583"/>
          </a:xfrm>
          <a:prstGeom prst="rect">
            <a:avLst/>
          </a:prstGeom>
          <a:ln>
            <a:noFill/>
          </a:ln>
          <a:effectLst>
            <a:outerShdw blurRad="50800" dist="88900" dir="2700000" algn="tl" rotWithShape="0">
              <a:prstClr val="black">
                <a:alpha val="2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77101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996819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7E282D0-DEB5-622D-1951-32952E5D8E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5ABED7-9C30-D7AA-2AF5-4109A6717C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314249092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1075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,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21206D-BB15-4A7C-73CF-0313EC66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479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806187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E4CC6B-D061-B9BF-8D76-C598B06F48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CF28203-1C70-CFCF-4C07-DCDFB7106B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24789" y="1240535"/>
            <a:ext cx="3536890" cy="127327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2546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0288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8848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7996658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707649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75647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504131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B63F221-C932-DA12-71D9-F89C3198F5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235F48B-F4B3-2765-EA0E-861011928A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1793045975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53983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504943-1DCF-F00B-57E9-8B85F07EA6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8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2491107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D0310D-E985-2A33-82CE-DB41E92B90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E4BE3F11-E9D1-DA53-7C64-743575998A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604" y="1238104"/>
            <a:ext cx="3544841" cy="127909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70817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876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7485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2855132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897644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042046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9152092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B939A01E-0BBD-6F3E-3190-4027D23CD9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F36EEFD-562F-542F-20C3-B474ABBD01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274434638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33631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67B241-23A7-3062-60F6-DCC5050B9E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736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466795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8E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D50A87-485C-DE45-65D4-E29A775520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19604" y="1238104"/>
            <a:ext cx="3553050" cy="127909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165144-F5F4-FA21-D3B3-0A33649722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882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689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2563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8434990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7888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297580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2104336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C2805FCC-D132-E805-F973-DB40159DB3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AF7A9-7F09-F707-2D11-7141371FBE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2582771054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3454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32AE82-9D26-0BCC-3DD8-56F4B9BA2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299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70220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389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D714E8-3158-49CB-E1B1-7D944B35A1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B0C2D-E099-6CF3-7EC4-4F4BB6C817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19604" y="1238104"/>
            <a:ext cx="3553050" cy="1288158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9724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0890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3366305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4317110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102069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4845481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4F2C39B9-46B2-A266-D724-EBA4B7D2D5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FD8943E-BBC9-1AA2-B8B2-26C9738DF4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2900585184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042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F83734-D4A0-CE82-BC6C-0FCFD87BEF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2638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484319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5D4979-0E48-181C-5438-B441393DCA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F10DC-7230-4581-E771-A51DC87C60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4437" y="1238105"/>
            <a:ext cx="3578217" cy="128815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602009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3768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0529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3466297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2027762"/>
      </p:ext>
    </p:extLst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829423"/>
      </p:ext>
    </p:extLst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9209356"/>
      </p:ext>
    </p:extLst>
  </p:cSld>
  <p:clrMapOvr>
    <a:masterClrMapping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1C99E23-E5F1-1D9C-BF82-D83E6E9F13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3708861-970C-B5DB-BF46-526E75A04C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3784352481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6918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AB04E-CD14-3B5B-FB56-FF0AC2426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8529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756164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AA8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384"/>
            <a:ext cx="9144000" cy="189155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52326"/>
            <a:ext cx="9144000" cy="132507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31C568-301C-CF53-FF58-0A9E16AAC4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4437" y="1238104"/>
            <a:ext cx="3578217" cy="128815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60C252-DDE3-D129-5EFB-CEA4A07E55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47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7984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9888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8003383"/>
      </p:ext>
    </p:extLst>
  </p:cSld>
  <p:clrMapOvr>
    <a:masterClrMapping/>
  </p:clrMapOvr>
  <p:transition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75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627423"/>
      </p:ext>
    </p:extLst>
  </p:cSld>
  <p:clrMapOvr>
    <a:masterClrMapping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56" y="2630894"/>
            <a:ext cx="8928887" cy="15688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057321"/>
      </p:ext>
    </p:extLst>
  </p:cSld>
  <p:clrMapOvr>
    <a:masterClrMapping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2329213"/>
      </p:ext>
    </p:extLst>
  </p:cSld>
  <p:clrMapOvr>
    <a:masterClrMapping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CB93217A-AAA7-070C-388A-5B6E38C19C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113" y="2433638"/>
            <a:ext cx="10391774" cy="37909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272F948-7DF9-67B8-DFC5-E48D0CE0EC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444625"/>
            <a:ext cx="10391774" cy="649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2828781320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0060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93915E-7C7E-0D58-CD18-35C0144EB1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3947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3480" y="1051965"/>
            <a:ext cx="9831823" cy="313932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600">
                <a:latin typeface="Victor Mono" pitchFamily="49" charset="0"/>
              </a:defRPr>
            </a:lvl1pPr>
            <a:lvl2pPr marL="457200" indent="0">
              <a:buFontTx/>
              <a:buNone/>
              <a:defRPr>
                <a:latin typeface="Victor Mono" pitchFamily="49" charset="0"/>
              </a:defRPr>
            </a:lvl2pPr>
            <a:lvl3pPr marL="914400" indent="0">
              <a:buFontTx/>
              <a:buNone/>
              <a:defRPr>
                <a:latin typeface="Victor Mono" pitchFamily="49" charset="0"/>
              </a:defRPr>
            </a:lvl3pPr>
            <a:lvl4pPr marL="1371600" indent="0">
              <a:buFontTx/>
              <a:buNone/>
              <a:defRPr>
                <a:latin typeface="Victor Mono" pitchFamily="49" charset="0"/>
              </a:defRPr>
            </a:lvl4pPr>
            <a:lvl5pPr marL="18288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2112833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8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image" Target="../media/image1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image" Target="../media/image1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7A0F7D-82D7-61E1-DABF-E138A5966A64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257F6AD-664F-4B6F-86B2-2D99F7D9C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/>
          <a:srcRect/>
          <a:stretch/>
        </p:blipFill>
        <p:spPr bwMode="auto">
          <a:xfrm>
            <a:off x="10026495" y="429774"/>
            <a:ext cx="1767117" cy="636162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32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1850C7-6696-CDEC-CEDA-882C7DFFEF88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484555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44EC2E-CA7A-FBE9-0026-F0F39B431CD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639938" y="485126"/>
            <a:ext cx="1948334" cy="703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4968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7A0F7D-82D7-61E1-DABF-E138A5966A64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257F6AD-664F-4B6F-86B2-2D99F7D9C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/>
          <a:srcRect/>
          <a:stretch/>
        </p:blipFill>
        <p:spPr bwMode="auto">
          <a:xfrm>
            <a:off x="10026495" y="429038"/>
            <a:ext cx="1767117" cy="63763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64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C4D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8AA542-5DFB-DC8B-B660-64E14014B62F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708F44-4B21-F542-29F3-2AE67B2F3902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020324" y="426073"/>
            <a:ext cx="1775334" cy="64060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87575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E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1D224F-46E0-1281-C110-C1D5A61361F4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CB766-CDB8-E2B7-53E9-3BA87F10A78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022375" y="424540"/>
            <a:ext cx="1771233" cy="63912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63318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89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756886-4902-C30B-6F35-F64A83D12049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6648F-49A8-C379-E337-A0CD562FA45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020324" y="426064"/>
            <a:ext cx="1775335" cy="64060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3652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C53BF9-6377-93D8-5BD7-30937619B4E2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163BC-C951-C17F-421A-4AD743EDDB2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016117" y="424540"/>
            <a:ext cx="1783676" cy="64361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17999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AA8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2F301E-7076-32B4-8C07-7757FFDF3844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28887" cy="703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4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84BE01-996A-7121-4FDC-3FBD1A64890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016113" y="425922"/>
            <a:ext cx="1779843" cy="64222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158477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087A9-7EEF-FB3F-FB86-59AF55BFA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3AC4B-E2D5-9454-E05D-40E8F7235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7"/>
            <a:ext cx="8928887" cy="703024"/>
          </a:xfrm>
        </p:spPr>
        <p:txBody>
          <a:bodyPr anchor="ctr">
            <a:normAutofit/>
          </a:bodyPr>
          <a:lstStyle/>
          <a:p>
            <a:r>
              <a:rPr lang="en-US" sz="4133" dirty="0"/>
              <a:t>Agenda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37575EEF-AB1A-569A-898A-38711EAD08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95691"/>
              </p:ext>
            </p:extLst>
          </p:nvPr>
        </p:nvGraphicFramePr>
        <p:xfrm>
          <a:off x="838200" y="1461483"/>
          <a:ext cx="10515600" cy="4351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246521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State of A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F524A232-24A1-454D-9599-BCDA4DAEA96C}" vid="{BB4033BF-CA2F-4E22-A15C-B32B3C7201A4}"/>
    </a:ext>
  </a:extLst>
</a:theme>
</file>

<file path=ppt/theme/theme2.xml><?xml version="1.0" encoding="utf-8"?>
<a:theme xmlns:a="http://schemas.openxmlformats.org/drawingml/2006/main" name="Defaul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F524A232-24A1-454D-9599-BCDA4DAEA96C}" vid="{9E7961D6-CA0E-49EC-93AB-C04D4D2CADE7}"/>
    </a:ext>
  </a:extLst>
</a:theme>
</file>

<file path=ppt/theme/theme3.xml><?xml version="1.0" encoding="utf-8"?>
<a:theme xmlns:a="http://schemas.openxmlformats.org/drawingml/2006/main" name="State of .N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F524A232-24A1-454D-9599-BCDA4DAEA96C}" vid="{5F6598F0-8F6E-4289-AEF9-0D5360B9E6A4}"/>
    </a:ext>
  </a:extLst>
</a:theme>
</file>

<file path=ppt/theme/theme4.xml><?xml version="1.0" encoding="utf-8"?>
<a:theme xmlns:a="http://schemas.openxmlformats.org/drawingml/2006/main" name="CODE Presen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F524A232-24A1-454D-9599-BCDA4DAEA96C}" vid="{C0E90547-B853-4E63-91B0-9AAD3C3EDA5C}"/>
    </a:ext>
  </a:extLst>
</a:theme>
</file>

<file path=ppt/theme/theme5.xml><?xml version="1.0" encoding="utf-8"?>
<a:theme xmlns:a="http://schemas.openxmlformats.org/drawingml/2006/main" name="CODE Consult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F524A232-24A1-454D-9599-BCDA4DAEA96C}" vid="{CB12F713-546C-4BFD-9D27-889254D81AB0}"/>
    </a:ext>
  </a:extLst>
</a:theme>
</file>

<file path=ppt/theme/theme6.xml><?xml version="1.0" encoding="utf-8"?>
<a:theme xmlns:a="http://schemas.openxmlformats.org/drawingml/2006/main" name="CODE Staff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F524A232-24A1-454D-9599-BCDA4DAEA96C}" vid="{AD80E520-EBFD-4C88-8A63-90883B212D1B}"/>
    </a:ext>
  </a:extLst>
</a:theme>
</file>

<file path=ppt/theme/theme7.xml><?xml version="1.0" encoding="utf-8"?>
<a:theme xmlns:a="http://schemas.openxmlformats.org/drawingml/2006/main" name="CODE Train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F524A232-24A1-454D-9599-BCDA4DAEA96C}" vid="{C4D6D946-3C11-4E89-927C-CDF46967D905}"/>
    </a:ext>
  </a:extLst>
</a:theme>
</file>

<file path=ppt/theme/theme8.xml><?xml version="1.0" encoding="utf-8"?>
<a:theme xmlns:a="http://schemas.openxmlformats.org/drawingml/2006/main" name="CODE Magazin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F524A232-24A1-454D-9599-BCDA4DAEA96C}" vid="{847461E7-B34C-42E4-A298-A2C23EBC2D73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jMM CODE Slide Template</Template>
  <TotalTime>264</TotalTime>
  <Words>53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Aptos</vt:lpstr>
      <vt:lpstr>Arial</vt:lpstr>
      <vt:lpstr>Noto Sans</vt:lpstr>
      <vt:lpstr>Victor Mono</vt:lpstr>
      <vt:lpstr>State of AI</vt:lpstr>
      <vt:lpstr>Default Slides</vt:lpstr>
      <vt:lpstr>State of .NET</vt:lpstr>
      <vt:lpstr>CODE Presents</vt:lpstr>
      <vt:lpstr>CODE Consulting</vt:lpstr>
      <vt:lpstr>CODE Staffing</vt:lpstr>
      <vt:lpstr>CODE Training</vt:lpstr>
      <vt:lpstr>CODE Magazine</vt:lpstr>
      <vt:lpstr>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2</cp:revision>
  <dcterms:created xsi:type="dcterms:W3CDTF">2026-02-07T17:56:56Z</dcterms:created>
  <dcterms:modified xsi:type="dcterms:W3CDTF">2026-02-07T22:26:06Z</dcterms:modified>
</cp:coreProperties>
</file>