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54" r:id="rId2"/>
    <p:sldId id="455" r:id="rId3"/>
    <p:sldId id="456" r:id="rId4"/>
    <p:sldId id="457" r:id="rId5"/>
    <p:sldId id="458" r:id="rId6"/>
    <p:sldId id="459" r:id="rId7"/>
    <p:sldId id="460" r:id="rId8"/>
    <p:sldId id="4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EF6E4D-02D0-4A23-890B-079C68EADCB7}">
          <p14:sldIdLst/>
        </p14:section>
        <p14:section name="Multi‑Model Implementation Comparison" id="{655C72C7-4B83-446B-8D4A-7682D4BBBAE7}">
          <p14:sldIdLst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C5D33-1034-4D68-91CA-F485D0EB6F3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B656A9-E87B-4C2A-80E7-57E8FB9A69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2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Introduce this module as a way to help teams understand how different AI models behave when given the same task. Emphasize that multi‑model comparison is a powerful guardrail: it reduces hallucinations, improves quality, and helps teams choose the right model for the right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Explain that no single model is perfect. Using multiple models gives teams a broader perspective and helps catch errors or blind spots that one model alone might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Encourage participants to treat model outputs like multiple drafts from different engineers. The goal is not to pick a winner — it’s to synthesize the best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Reinforce that risk assessment is essential in brownfield systems. Even if a model produces elegant code, it may be too risky without proper guardrails.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Explain that synthesis is the real power of multi‑model workflows. Teams can build a composite solution that is better than any single model’s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Encourage participants to think like reviewers comparing multiple PRs. The goal is to understand model behavior, not to pick a favorite.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helps participants see how different models interpret the same instructions — a key skill for multi‑model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builds confidence in orchestrating multiple models as collaborators. The goal is synthesis, not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2FB6-8F2E-7E59-D49F-91A841253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32EC4-F13F-6792-B1FC-E883A5E87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D0F84-D631-0FA8-5CEB-82D4411B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01ED5-02D1-AED6-4035-EEED5E9F0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8D976-48D7-91A4-69FA-2EDE1D94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0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AA24-D225-EBA4-B1EA-3281477A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24B85-AE49-796E-6D98-65D44F81C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804A4-5623-0880-7B00-2B646644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5FB4D-DCCA-89CC-4A13-6CBE809B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4F07A-B55B-F518-9013-F5C19092B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6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B448-5434-1BCA-5BB8-B75B2066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DA106-AA5A-8F52-C7AB-4AAD185E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91993-D986-89F2-610C-E1134456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DB8DF-6617-BFEB-5E47-D566CA4F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FB40C-1820-F43C-B97A-9F5635BE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7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6754-527C-BB05-8805-B4FC8FEF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ECB13-46DE-7512-80D4-1421097CD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979E7-4997-AABE-0AA5-893AD13AA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477B9-0F87-5DE3-5778-6C8D8D7CE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CD19D-3037-4F25-954B-234338FC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EE8A0-DE73-28AA-BF08-5BF83486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8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DFD9-3A89-FB8B-5495-73C8FDB7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A0095-E886-1618-D7C2-33D9939AB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9682E-236C-1A57-D7B0-AD2B72419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B0225-4ACB-26D9-8C81-D6C74E6BF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8EF4D-CC93-31A9-0B72-FB86BB5EE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5997EC-CCF8-FEE1-A7D3-EE24F8247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B07AEC-68C5-8434-E07B-D7EAA653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D0BE8-4929-D4CA-6D8A-51D080709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6B483-3994-817D-B140-9E40C48B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7CE37-ADBD-C842-3D8B-94C97F21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86DF7-17D0-0D8C-8568-D2492911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8CEE7-4E14-43C0-23DD-9B9FBC21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5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34B9A-6081-9CF0-748F-893777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89427-ECAA-E3BD-481C-D802D9537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9296B-326B-2602-E213-97021E28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69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1C22-0D56-CCAC-47DA-CF307269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47DD3-1403-AC69-C35E-872B24957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C32B6-59F6-0B5E-51F6-F2F36477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FC3AF-21DC-9D6A-9081-0900196C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C1432-5AB9-9302-1EA0-8DF07850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1582D-3E99-5DE9-87E9-315F49AE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33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37F0-0CED-C737-EE58-CD97D103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44BF4-4D1D-734D-6B1E-26D0733FD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F83CE-72C5-0884-BB6B-C96FD6E39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29D7C-A0B1-2C57-EE4D-0B633C7F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FE360-63E5-404E-E993-DC5ECDBA8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55581-032E-94B0-56D8-57D7D86E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0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6A80-4681-0B36-B73C-EF7BDAF2F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4C579-6413-FBA1-13D4-4999BBD36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C7049-DEB6-03C4-CE44-952DBB8E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A97A8-D78C-C9A0-F394-057C9265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D8D89-8604-C2E9-38A5-EBAF4566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6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7957B3-9050-5588-037B-511943EBB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BB443-C83C-477A-CAD0-3619A8907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8853-B062-A29A-B0DB-BF18EBC9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AD1E5-0812-4563-9F9E-101FD09E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506D4-A485-E828-926B-413D4FFD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59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A010A-06D0-E447-EA59-E79E91E4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03F10-2B96-68CA-EA32-5EAF061E9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E5CA-AE98-BB88-E5AB-9FC7157F8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A273E-88C0-4653-82FB-429BC83F74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128BB-C34A-5F90-3267-B2BF3BA89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DD450-4B90-CEC2-0704-C6E5976D2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98E647-F603-4E39-B4EC-E8F4A3285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0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Multi‑Model Implementation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Implementing changes with different AI models</a:t>
            </a:r>
          </a:p>
          <a:p>
            <a:pPr lvl="0"/>
            <a:r>
              <a:t>Comparing approaches and outcomes</a:t>
            </a:r>
          </a:p>
          <a:p>
            <a:pPr lvl="0"/>
            <a:r>
              <a:t>Risk assessment and quality evaluation</a:t>
            </a:r>
          </a:p>
          <a:p>
            <a:pPr lvl="0"/>
            <a:r>
              <a:t>Best practice synthesis</a:t>
            </a:r>
          </a:p>
          <a:p>
            <a:pPr lvl="0"/>
            <a:r>
              <a:t>Exercises for hands‑on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Implementing Changes With Different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Why use multiple models?</a:t>
            </a:r>
          </a:p>
          <a:p>
            <a:pPr lvl="0"/>
            <a:r>
              <a:t>Different reasoning styles</a:t>
            </a:r>
          </a:p>
          <a:p>
            <a:pPr lvl="0"/>
            <a:r>
              <a:t>Different strengths (refactoring, documentation, architecture)</a:t>
            </a:r>
          </a:p>
          <a:p>
            <a:pPr lvl="0"/>
            <a:r>
              <a:t>Cross‑validation reduces risk</a:t>
            </a:r>
          </a:p>
          <a:p>
            <a:pPr lvl="0"/>
            <a:r>
              <a:t>Helps detect missing context or contradictions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Typical use cases</a:t>
            </a:r>
          </a:p>
          <a:p>
            <a:pPr lvl="0"/>
            <a:r>
              <a:t>Refactoring comparisons</a:t>
            </a:r>
          </a:p>
          <a:p>
            <a:pPr lvl="0"/>
            <a:r>
              <a:t>Documentation consistency checks</a:t>
            </a:r>
          </a:p>
          <a:p>
            <a:pPr lvl="0"/>
            <a:r>
              <a:t>Architecture proposal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Comparing Approaches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What to compare</a:t>
            </a:r>
          </a:p>
          <a:p>
            <a:pPr lvl="0"/>
            <a:r>
              <a:t>Code structure and clarity</a:t>
            </a:r>
          </a:p>
          <a:p>
            <a:pPr lvl="0"/>
            <a:r>
              <a:t>Architectural alignment</a:t>
            </a:r>
          </a:p>
          <a:p>
            <a:pPr lvl="0"/>
            <a:r>
              <a:t>Test quality</a:t>
            </a:r>
          </a:p>
          <a:p>
            <a:pPr lvl="0"/>
            <a:r>
              <a:t>Documentation completeness</a:t>
            </a:r>
          </a:p>
          <a:p>
            <a:pPr lvl="0"/>
            <a:r>
              <a:t>Risk level of proposed changes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Benefits</a:t>
            </a:r>
          </a:p>
          <a:p>
            <a:pPr lvl="0"/>
            <a:r>
              <a:t>Identifies the safest implementation</a:t>
            </a:r>
          </a:p>
          <a:p>
            <a:pPr lvl="0"/>
            <a:r>
              <a:t>Surfaces hidden assumptions</a:t>
            </a:r>
          </a:p>
          <a:p>
            <a:pPr lvl="0"/>
            <a:r>
              <a:t>Highlights model‑specific biases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Risk Assessment &amp; Quality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Risk indicators</a:t>
            </a:r>
          </a:p>
          <a:p>
            <a:pPr lvl="0"/>
            <a:r>
              <a:t>Missing tests</a:t>
            </a:r>
          </a:p>
          <a:p>
            <a:pPr lvl="0"/>
            <a:r>
              <a:t>Large or unnecessary refactors</a:t>
            </a:r>
          </a:p>
          <a:p>
            <a:pPr lvl="0"/>
            <a:r>
              <a:t>Violations of instruction files</a:t>
            </a:r>
          </a:p>
          <a:p>
            <a:pPr lvl="0"/>
            <a:r>
              <a:t>Unclear or undocumented behavior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Quality indicators</a:t>
            </a:r>
          </a:p>
          <a:p>
            <a:pPr lvl="0"/>
            <a:r>
              <a:t>Small, incremental changes</a:t>
            </a:r>
          </a:p>
          <a:p>
            <a:pPr lvl="0"/>
            <a:r>
              <a:t>Clear reasoning</a:t>
            </a:r>
          </a:p>
          <a:p>
            <a:pPr lvl="0"/>
            <a:r>
              <a:t>Strong test coverage</a:t>
            </a:r>
          </a:p>
          <a:p>
            <a:pPr lvl="0"/>
            <a:r>
              <a:t>Alignment with evergreen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Best Practice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/>
              <a:t>Combine the strengths of each model</a:t>
            </a:r>
          </a:p>
          <a:p>
            <a:pPr lvl="0"/>
            <a:r>
              <a:t>Use one model for architecture</a:t>
            </a:r>
          </a:p>
          <a:p>
            <a:pPr lvl="0"/>
            <a:r>
              <a:t>Another for implementation</a:t>
            </a:r>
          </a:p>
          <a:p>
            <a:pPr lvl="0"/>
            <a:r>
              <a:t>Another for documentation</a:t>
            </a:r>
          </a:p>
          <a:p>
            <a:pPr lvl="0"/>
            <a:r>
              <a:t>Cross‑validate tests and reasoning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/>
              <a:t>Outcome</a:t>
            </a:r>
          </a:p>
          <a:p>
            <a:pPr lvl="0"/>
            <a:r>
              <a:t>Higher quality</a:t>
            </a:r>
          </a:p>
          <a:p>
            <a:pPr lvl="0"/>
            <a:r>
              <a:t>Lower risk</a:t>
            </a:r>
          </a:p>
          <a:p>
            <a:pPr lvl="0"/>
            <a:r>
              <a:t>More predictable modernization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Prompt Multiple Models to Address Technical Debt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15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Compare outputs from different models</a:t>
            </a:r>
          </a:p>
          <a:p>
            <a:pPr lvl="0"/>
            <a:r>
              <a:rPr dirty="0"/>
              <a:t>Identify strengths and weaknesses</a:t>
            </a:r>
          </a:p>
          <a:p>
            <a:pPr lvl="0"/>
            <a:r>
              <a:rPr dirty="0"/>
              <a:t>Evaluate risk and quality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small technical debt item.</a:t>
            </a:r>
          </a:p>
          <a:p>
            <a:pPr marL="457189" indent="-457189">
              <a:buAutoNum type="arabicPeriod"/>
            </a:pPr>
            <a:r>
              <a:rPr dirty="0"/>
              <a:t>Prompt two or more models to propose a fix.</a:t>
            </a:r>
          </a:p>
          <a:p>
            <a:pPr marL="457189" indent="-457189">
              <a:buAutoNum type="arabicPeriod"/>
            </a:pPr>
            <a:r>
              <a:rPr dirty="0"/>
              <a:t>Compare outputs for:</a:t>
            </a:r>
          </a:p>
          <a:p>
            <a:pPr lvl="1"/>
            <a:r>
              <a:rPr dirty="0"/>
              <a:t>Safety</a:t>
            </a:r>
          </a:p>
          <a:p>
            <a:pPr lvl="1"/>
            <a:r>
              <a:rPr dirty="0"/>
              <a:t>Clarity</a:t>
            </a:r>
          </a:p>
          <a:p>
            <a:pPr lvl="1"/>
            <a:r>
              <a:rPr dirty="0"/>
              <a:t>Test coverage</a:t>
            </a:r>
          </a:p>
          <a:p>
            <a:pPr lvl="1"/>
            <a:r>
              <a:rPr dirty="0"/>
              <a:t>Architectural alignment</a:t>
            </a:r>
          </a:p>
          <a:p>
            <a:pPr marL="457189" indent="-457189">
              <a:buAutoNum type="arabicPeriod"/>
            </a:pPr>
            <a:r>
              <a:rPr dirty="0"/>
              <a:t>Synthesize the best elements into a final solution.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Differences between models are clearly identified</a:t>
            </a:r>
          </a:p>
          <a:p>
            <a:pPr lvl="0"/>
            <a:r>
              <a:rPr dirty="0"/>
              <a:t>Risks and strengths are evaluated</a:t>
            </a:r>
          </a:p>
          <a:p>
            <a:pPr lvl="0"/>
            <a:r>
              <a:rPr dirty="0"/>
              <a:t>Final synthesized solution is safe and incremental</a:t>
            </a:r>
          </a:p>
          <a:p>
            <a:pPr lvl="0"/>
            <a:r>
              <a:rPr dirty="0"/>
              <a:t>Provenance metadata is included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Assigning an Issue to Multiple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Practice delegating the same issue to different models</a:t>
            </a:r>
          </a:p>
          <a:p>
            <a:pPr lvl="0"/>
            <a:r>
              <a:rPr dirty="0"/>
              <a:t>Evaluate how each model interprets constraints</a:t>
            </a:r>
          </a:p>
          <a:p>
            <a:pPr lvl="0"/>
            <a:r>
              <a:rPr dirty="0"/>
              <a:t>Identify missing context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Create a GitHub‑style issue describing a technical debt item.</a:t>
            </a:r>
          </a:p>
          <a:p>
            <a:pPr marL="457189" indent="-457189">
              <a:buAutoNum type="arabicPeriod"/>
            </a:pPr>
            <a:r>
              <a:rPr dirty="0"/>
              <a:t>Assign the issue to two different models.</a:t>
            </a:r>
          </a:p>
          <a:p>
            <a:pPr marL="457189" indent="-457189">
              <a:buAutoNum type="arabicPeriod"/>
            </a:pPr>
            <a:r>
              <a:rPr dirty="0"/>
              <a:t>Compare their proposed remediation plans.</a:t>
            </a:r>
          </a:p>
          <a:p>
            <a:pPr marL="457189" indent="-457189">
              <a:buAutoNum type="arabicPeriod"/>
            </a:pPr>
            <a:r>
              <a:rPr dirty="0"/>
              <a:t>Identify missing context or contradictions.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Issue is clear and well‑structured</a:t>
            </a:r>
          </a:p>
          <a:p>
            <a:pPr lvl="0"/>
            <a:r>
              <a:rPr dirty="0"/>
              <a:t>Each model produces a distinct approach</a:t>
            </a:r>
          </a:p>
          <a:p>
            <a:pPr lvl="0"/>
            <a:r>
              <a:rPr dirty="0"/>
              <a:t>Missing context is identified and documented</a:t>
            </a:r>
          </a:p>
          <a:p>
            <a:pPr lvl="0"/>
            <a:r>
              <a:rPr dirty="0"/>
              <a:t>A preferred plan is selected based on safety and clarity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Delegating Work to Multiple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Practice multi‑model delegation</a:t>
            </a:r>
          </a:p>
          <a:p>
            <a:pPr lvl="0"/>
            <a:r>
              <a:rPr dirty="0"/>
              <a:t>Evaluate multi‑step reasoning</a:t>
            </a:r>
          </a:p>
          <a:p>
            <a:pPr lvl="0"/>
            <a:r>
              <a:rPr dirty="0"/>
              <a:t>Synthesize best practices into a unified plan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Select a multi‑step modernization task.</a:t>
            </a:r>
          </a:p>
          <a:p>
            <a:pPr marL="457189" indent="-457189">
              <a:buAutoNum type="arabicPeriod"/>
            </a:pPr>
            <a:r>
              <a:rPr dirty="0"/>
              <a:t>Ask multiple models to:</a:t>
            </a:r>
          </a:p>
          <a:p>
            <a:pPr lvl="1"/>
            <a:r>
              <a:rPr dirty="0"/>
              <a:t>Analyze the problem</a:t>
            </a:r>
          </a:p>
          <a:p>
            <a:pPr lvl="1"/>
            <a:r>
              <a:rPr dirty="0"/>
              <a:t>Propose a remediation plan</a:t>
            </a:r>
          </a:p>
          <a:p>
            <a:pPr lvl="1"/>
            <a:r>
              <a:rPr dirty="0"/>
              <a:t>Suggest tests</a:t>
            </a:r>
          </a:p>
          <a:p>
            <a:pPr lvl="1"/>
            <a:r>
              <a:rPr dirty="0"/>
              <a:t>Suggest documentation updates</a:t>
            </a:r>
          </a:p>
          <a:p>
            <a:pPr marL="457189" indent="-457189">
              <a:buAutoNum type="arabicPeriod"/>
            </a:pPr>
            <a:r>
              <a:rPr dirty="0"/>
              <a:t>Compare the outputs.</a:t>
            </a:r>
          </a:p>
          <a:p>
            <a:pPr marL="457189" indent="-457189">
              <a:buAutoNum type="arabicPeriod"/>
            </a:pPr>
            <a:r>
              <a:rPr dirty="0"/>
              <a:t>Synthesize a final, safe, incremental plan.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Multi‑model differences are clearly understood</a:t>
            </a:r>
          </a:p>
          <a:p>
            <a:pPr lvl="0"/>
            <a:r>
              <a:rPr dirty="0"/>
              <a:t>Final plan is incremental, reversible, and well‑tested</a:t>
            </a:r>
          </a:p>
          <a:p>
            <a:pPr lvl="0"/>
            <a:r>
              <a:rPr dirty="0"/>
              <a:t>Documentation and provenance are included</a:t>
            </a:r>
          </a:p>
          <a:p>
            <a:pPr lvl="0"/>
            <a:r>
              <a:rPr dirty="0"/>
              <a:t>Risks are identified and mitigated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694</Words>
  <Application>Microsoft Office PowerPoint</Application>
  <PresentationFormat>Widescreen</PresentationFormat>
  <Paragraphs>123</Paragraphs>
  <Slides>8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Multi‑Model Implementation Comparison</vt:lpstr>
      <vt:lpstr>Implementing Changes With Different AI Models</vt:lpstr>
      <vt:lpstr>Comparing Approaches &amp; Outcomes</vt:lpstr>
      <vt:lpstr>Risk Assessment &amp; Quality Evaluation</vt:lpstr>
      <vt:lpstr>Best Practice Synthesis</vt:lpstr>
      <vt:lpstr>Exercise: Prompt Multiple Models to Address Technical Debt</vt:lpstr>
      <vt:lpstr>Exercise: Assigning an Issue to Multiple Models</vt:lpstr>
      <vt:lpstr>Exercise: Delegating Work to Multiple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2026-03-05T21:04:48Z</dcterms:created>
  <dcterms:modified xsi:type="dcterms:W3CDTF">2026-03-05T21:05:51Z</dcterms:modified>
</cp:coreProperties>
</file>