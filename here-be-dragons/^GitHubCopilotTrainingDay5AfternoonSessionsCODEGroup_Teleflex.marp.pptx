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covers vertical slice implementation review, test coverage, architecture, troubleshooting, and lessons learned from the calculator app project. Exercises focus on architecture review and troubleshooting build/run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Key points: Completed Slice 1, 100% test coverage, robust architecture, performance optimizations, troubleshooting pathing and build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Success criteria: Enter single/multiple digit, decimal, negative numbers; display updates; clear/backspace work.</a:t>
            </a:r>
          </a:p>
          <a:p>
            <a:pPr lvl="0" indent="0" marL="0">
              <a:buNone/>
            </a:pPr>
          </a:p>
          <a:p>
            <a:pPr lvl="0"/>
            <a:r>
              <a:rPr/>
              <a:t>Prompt: Showcase for slice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Key design patterns: CQRS, Mediator, MVVM, DI, vertical slice.</a:t>
            </a:r>
          </a:p>
          <a:p>
            <a:pPr lvl="0" indent="0" marL="0">
              <a:buNone/>
            </a:pPr>
          </a:p>
          <a:p>
            <a:pPr lvl="0"/>
            <a:r>
              <a:rPr/>
              <a:t>Prompt: Talk me through the architecture and showcase.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Functional and technical validation: all features and technical requirements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Performance: core build ~5s, full build ~15s, tests ~2.4s, total ~11s.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Prompt: Troubleshoot build/run issues, adjust VS Code and PowerShell settings, specify project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Conclusion: Robust, future-ready architecture; continue refining workflows and troubleshooting environment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Prompt: Review and analyze the vertical slice architecture and design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Prompt: Troubleshoot and resolve build/run issues in the project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Encourage participants to share experiences, ask questions, and discuss how to apply lessons learned in future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Copilot Training Day 5 Afternoon Session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Review of vertical slice implementation (Slice 1)</a:t>
            </a:r>
          </a:p>
          <a:p>
            <a:pPr lvl="0"/>
            <a:r>
              <a:rPr/>
              <a:t>Test coverage and validation results</a:t>
            </a:r>
          </a:p>
          <a:p>
            <a:pPr lvl="0"/>
            <a:r>
              <a:rPr/>
              <a:t>Architecture overview: layers and patterns</a:t>
            </a:r>
          </a:p>
          <a:p>
            <a:pPr lvl="0"/>
            <a:r>
              <a:rPr/>
              <a:t>Performance and development best practices</a:t>
            </a:r>
          </a:p>
          <a:p>
            <a:pPr lvl="0"/>
            <a:r>
              <a:rPr/>
              <a:t>Troubleshooting build and run issues</a:t>
            </a:r>
          </a:p>
          <a:p>
            <a:pPr lvl="0"/>
            <a:r>
              <a:rPr/>
              <a:t>Lessons learned and next steps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Vertical Slice Implementation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Slice 1 completed: number entry, display, clear, backspace</a:t>
            </a:r>
          </a:p>
          <a:p>
            <a:pPr lvl="0"/>
            <a:r>
              <a:rPr/>
              <a:t>36/30 tests passing, 100% test coverage</a:t>
            </a:r>
          </a:p>
          <a:p>
            <a:pPr lvl="0"/>
            <a:r>
              <a:rPr/>
              <a:t>Performance optimized with compiled bindings</a:t>
            </a:r>
          </a:p>
          <a:p>
            <a:pPr lvl="0"/>
            <a:r>
              <a:rPr/>
              <a:t>Error handling and cross-platform readiness</a:t>
            </a:r>
          </a:p>
          <a:p>
            <a:pPr lvl="0"/>
            <a:r>
              <a:rPr/>
              <a:t>Architecture validated on Windows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Business/Object layer: core features, shared domain models, state management</a:t>
            </a:r>
          </a:p>
          <a:p>
            <a:pPr lvl="0"/>
            <a:r>
              <a:rPr/>
              <a:t>Presentation layer: MAUI, MVVM, XAML UI, value converters</a:t>
            </a:r>
          </a:p>
          <a:p>
            <a:pPr lvl="0"/>
            <a:r>
              <a:rPr/>
              <a:t>Test project: comprehensive feature and integration tests</a:t>
            </a:r>
          </a:p>
          <a:p>
            <a:pPr lvl="0"/>
            <a:r>
              <a:rPr/>
              <a:t>Patterns: CQRS, Mediator, MVVM, dependency injection, vertical slice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 Coverage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100% test coverage: 30 handler tests, 6 end-to-end workflows</a:t>
            </a:r>
          </a:p>
          <a:p>
            <a:pPr lvl="0"/>
            <a:r>
              <a:rPr/>
              <a:t>Scenarios: digit/decimal entry, clear, backspace, base operations, error conditions</a:t>
            </a:r>
          </a:p>
          <a:p>
            <a:pPr lvl="0"/>
            <a:r>
              <a:rPr/>
              <a:t>Validation: all tests pass, no memory leaks, UI responsiveness, proper DI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Compiled XAML bindings, singleton state service, async operations</a:t>
            </a:r>
          </a:p>
          <a:p>
            <a:pPr lvl="0"/>
            <a:r>
              <a:rPr/>
              <a:t>Efficient state updates, SOLID principles, clean code</a:t>
            </a:r>
          </a:p>
          <a:p>
            <a:pPr lvl="0"/>
            <a:r>
              <a:rPr/>
              <a:t>Graceful error handling, testability, minimal code duplication</a:t>
            </a:r>
          </a:p>
          <a:p>
            <a:pPr lvl="0"/>
            <a:r>
              <a:rPr/>
              <a:t>XML documentation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Troubleshooting Build &amp; Run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Pathing issues with terminal and VS Code settings</a:t>
            </a:r>
          </a:p>
          <a:p>
            <a:pPr lvl="0"/>
            <a:r>
              <a:rPr/>
              <a:t>Profile and workspace folder conflicts</a:t>
            </a:r>
          </a:p>
          <a:p>
            <a:pPr lvl="0"/>
            <a:r>
              <a:rPr/>
              <a:t>Strategies: adjust settings, specify project/solution in commands, check bin/obj folders</a:t>
            </a:r>
          </a:p>
          <a:p>
            <a:pPr lvl="0"/>
            <a:r>
              <a:rPr/>
              <a:t>Collaboration and iterative troubleshooting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Lessons Learned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Vertical slice architecture supports incremental, test-driven development</a:t>
            </a:r>
          </a:p>
          <a:p>
            <a:pPr lvl="0"/>
            <a:r>
              <a:rPr/>
              <a:t>Shared state service and CQRS enable clean separation of concerns</a:t>
            </a:r>
          </a:p>
          <a:p>
            <a:pPr lvl="0"/>
            <a:r>
              <a:rPr/>
              <a:t>Comprehensive testing catches edge cases early</a:t>
            </a:r>
          </a:p>
          <a:p>
            <a:pPr lvl="0"/>
            <a:r>
              <a:rPr/>
              <a:t>Ongoing need to refine build/run workflows and environment settings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Architecture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Duration:</a:t>
            </a:r>
            <a:r>
              <a:rPr/>
              <a:t> 20 minutes</a:t>
            </a:r>
          </a:p>
          <a:p>
            <a:pPr lvl="0" indent="0" marL="0">
              <a:buNone/>
            </a:pPr>
            <a:r>
              <a:rPr b="1"/>
              <a:t>Objectives:</a:t>
            </a:r>
          </a:p>
          <a:p>
            <a:pPr lvl="0"/>
            <a:r>
              <a:rPr/>
              <a:t>Analyze the vertical slice architecture and design patterns</a:t>
            </a:r>
          </a:p>
          <a:p>
            <a:pPr lvl="0"/>
            <a:r>
              <a:rPr/>
              <a:t>Identify strengths and areas for improvement</a:t>
            </a:r>
          </a:p>
          <a:p>
            <a:pPr lvl="0"/>
            <a:r>
              <a:rPr/>
              <a:t>Relate patterns to project requirements</a:t>
            </a:r>
          </a:p>
          <a:p>
            <a:pPr lvl="0" indent="0" marL="0">
              <a:buNone/>
            </a:pPr>
            <a:r>
              <a:rPr b="1"/>
              <a:t>Activities:</a:t>
            </a:r>
          </a:p>
          <a:p>
            <a:pPr lvl="0" indent="-342900" marL="342900">
              <a:buAutoNum type="arabicPeriod"/>
            </a:pPr>
            <a:r>
              <a:rPr/>
              <a:t>Review the architecture and design patterns used</a:t>
            </a:r>
          </a:p>
          <a:p>
            <a:pPr lvl="0" indent="-342900" marL="342900">
              <a:buAutoNum type="arabicPeriod"/>
            </a:pPr>
            <a:r>
              <a:rPr/>
              <a:t>List strengths and potential improvements</a:t>
            </a:r>
          </a:p>
          <a:p>
            <a:pPr lvl="0" indent="-342900" marL="342900">
              <a:buAutoNum type="arabicPeriod"/>
            </a:pPr>
            <a:r>
              <a:rPr/>
              <a:t>Map patterns to project requirements</a:t>
            </a:r>
          </a:p>
          <a:p>
            <a:pPr lvl="0" indent="0" marL="0">
              <a:buNone/>
            </a:pPr>
            <a:r>
              <a:rPr b="1"/>
              <a:t>Success Criteria:</a:t>
            </a:r>
          </a:p>
          <a:p>
            <a:pPr lvl="0"/>
            <a:r>
              <a:rPr/>
              <a:t>Clear understanding of architecture</a:t>
            </a:r>
          </a:p>
          <a:p>
            <a:pPr lvl="0"/>
            <a:r>
              <a:rPr/>
              <a:t>Identified strengths and improvement areas</a:t>
            </a:r>
          </a:p>
          <a:p>
            <a:pPr lvl="0"/>
            <a:r>
              <a:rPr/>
              <a:t>Patterns mapped to requirements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Troubleshooting Build/Run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Duration:</a:t>
            </a:r>
            <a:r>
              <a:rPr/>
              <a:t> 15 minutes</a:t>
            </a:r>
          </a:p>
          <a:p>
            <a:pPr lvl="0" indent="0" marL="0">
              <a:buNone/>
            </a:pPr>
            <a:r>
              <a:rPr b="1"/>
              <a:t>Objectives:</a:t>
            </a:r>
          </a:p>
          <a:p>
            <a:pPr lvl="0"/>
            <a:r>
              <a:rPr/>
              <a:t>Practice diagnosing and resolving build/run issues</a:t>
            </a:r>
          </a:p>
          <a:p>
            <a:pPr lvl="0"/>
            <a:r>
              <a:rPr/>
              <a:t>Apply troubleshooting strategies to environment and settings</a:t>
            </a:r>
          </a:p>
          <a:p>
            <a:pPr lvl="0"/>
            <a:r>
              <a:rPr/>
              <a:t>Document solutions and lessons learned</a:t>
            </a:r>
          </a:p>
          <a:p>
            <a:pPr lvl="0" indent="0" marL="0">
              <a:buNone/>
            </a:pPr>
            <a:r>
              <a:rPr b="1"/>
              <a:t>Activities:</a:t>
            </a:r>
          </a:p>
          <a:p>
            <a:pPr lvl="0" indent="-342900" marL="342900">
              <a:buAutoNum type="arabicPeriod"/>
            </a:pPr>
            <a:r>
              <a:rPr/>
              <a:t>Simulate a build/run issue (e.g., pathing, settings conflict)</a:t>
            </a:r>
          </a:p>
          <a:p>
            <a:pPr lvl="0" indent="-342900" marL="342900">
              <a:buAutoNum type="arabicPeriod"/>
            </a:pPr>
            <a:r>
              <a:rPr/>
              <a:t>Apply troubleshooting steps (settings, commands, folder checks)</a:t>
            </a:r>
          </a:p>
          <a:p>
            <a:pPr lvl="0" indent="-342900" marL="342900">
              <a:buAutoNum type="arabicPeriod"/>
            </a:pPr>
            <a:r>
              <a:rPr/>
              <a:t>Record the solution and share with the group</a:t>
            </a:r>
          </a:p>
          <a:p>
            <a:pPr lvl="0" indent="0" marL="0">
              <a:buNone/>
            </a:pPr>
            <a:r>
              <a:rPr b="1"/>
              <a:t>Success Criteria:</a:t>
            </a:r>
          </a:p>
          <a:p>
            <a:pPr lvl="0"/>
            <a:r>
              <a:rPr/>
              <a:t>Issue diagnosed and resolved</a:t>
            </a:r>
          </a:p>
          <a:p>
            <a:pPr lvl="0"/>
            <a:r>
              <a:rPr/>
              <a:t>Solution documented</a:t>
            </a:r>
          </a:p>
          <a:p>
            <a:pPr lvl="0"/>
            <a:r>
              <a:rPr/>
              <a:t>Lessons learned shared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 and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Questions on architecture, testing, troubleshooting</a:t>
            </a:r>
          </a:p>
          <a:p>
            <a:pPr lvl="0"/>
            <a:r>
              <a:rPr/>
              <a:t>Discussion of lessons learned and next steps</a:t>
            </a:r>
          </a:p>
          <a:p>
            <a:pPr lvl="0"/>
            <a:r>
              <a:rPr/>
              <a:t>Final thoughts on the project and course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2026-02-05T19:16:28Z</dcterms:created>
  <dcterms:modified xsi:type="dcterms:W3CDTF">2026-02-05T19:16:28Z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