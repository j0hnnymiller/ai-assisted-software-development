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" y="8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25AC-FF21-B2C5-4618-B242903BD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56300-65E3-5815-7C0C-C111C3DC8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E7082-2200-ED2A-7B6C-41EBA8C1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F9BA-1BB1-507D-DD1A-01C38FF7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F9C1-7281-9A7A-61B7-B4C8858B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3C07-B19B-5127-5B9F-7DB1CE52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3E80B-4D5C-F502-6A19-B0899E3A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2B9F4-1FC5-70D2-C502-5CF31428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0F83F-34AC-B591-3D7A-01F77220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2524-5266-50E0-28B2-D48FF033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3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3B3D-58F4-8864-3363-44D9DA31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C3421-E1FF-5E22-153D-8FA26341B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50063-4FDA-E2CB-9827-AA639D37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44ECE-F0D4-3993-A8BE-305F6CFE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3D18D-D36E-BB4F-D6A9-01DCBA07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6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BBB6-847C-85FB-6700-E28E7601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5663-8549-2DC6-6944-0F3DC34AD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1461E-D1AB-0181-8D5C-7F1CCB758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3AF97-354B-CA76-E451-A6336874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1D3AA-0181-E105-C961-45729B51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BD912-5508-08CA-A43C-01C84043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0ABF-21DB-150B-2233-C83F19BF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5FD84-3F3C-F06F-DBBB-E5C9A30B3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710AE-7F62-B820-99CD-4056CFAD4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52253-A847-36FF-F49F-187F0E6A2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C8936B-1CA1-3773-2D83-978F115DC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779CD-A870-7FA6-EFD4-ACE26D4E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86620-E82B-54D4-5642-DC9D7B41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FED1C-6967-B545-6253-18EDAA47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0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675F-5A85-7849-1FB4-F9FB4BAA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C9A90-4DF2-6D65-7535-8EB43943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1F45C-F67C-2F0F-386E-B69726DA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C9AC7-F9BC-477D-372A-2271331E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4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F5662-BCBC-FF41-950D-E24AB149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E4761-BC8E-790E-10AE-2376002F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A29FD-88A1-E0C7-512A-C88368E8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4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666D-1AB1-9530-53E1-11609B5A3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8FE6D-0115-0356-6E3E-794BFBE55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79891-A63F-0F67-8224-E4DAC4C7E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382D3-6162-4215-61C1-EE2F55F2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72AA2-A43D-AC88-A6CA-6372F0E0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D6E89-2DB5-8095-E75D-DD54E2F8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54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88B36-CFF5-E394-65AA-8072399A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24556-38D6-1907-2E62-B97CE1C91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681F4-EF3C-88A0-FC4F-E7706C4C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8D968-3EE9-E547-83AF-64741BE8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12D98-5BC1-A73B-7A6B-9FC0E434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BB75F-2D33-17E2-B663-ED9E593F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9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354E-E223-DBF8-370A-D7339759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855EA-F232-2D3D-48F8-0976113A8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905DB-C8EC-BDC8-F3B5-32A57C93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C0052-A71B-8601-2E13-F6D3E2DF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3F9B7-1D2C-ED0A-82D8-43C78588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8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068E2-7A07-0C9D-71E3-B5A8560C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069F7-701B-8758-C02D-F5FF4805C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DE16E-437E-E779-3E59-3EF19ABA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82540-B68F-2D9C-66C0-DA44D548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75ADE-0193-37DA-EA1F-5CDFA813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2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8080C-5EC6-85DB-AEB3-2B47FB84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CAB5A-75E5-8B15-B2CB-F1095796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FFC4-6E34-0C3E-DBEF-938250C4D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24AC7-D690-47FF-8954-8469F98C882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281DE-2E92-2075-27AB-E703D57B2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184EB-291B-6AD7-DDEF-3BEC64700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BDD81-B4E6-46CB-9904-326A32BD2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11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Instructions vs Prompts vs Custom Chat Modes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591733"/>
          <a:ext cx="10989732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Feature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Instruction File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Prompt File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Custom Chat Mode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b="1"/>
                        <a:t>Scope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Workspace-wide guidance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File-specific or task-specific nudging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Interactive behavior tuning for Copilot Chat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b="1"/>
                        <a:t>Format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JSON or YAML (</a:t>
                      </a:r>
                      <a:r>
                        <a:rPr sz="2400">
                          <a:latin typeface="Courier"/>
                        </a:rPr>
                        <a:t>.copilot.json</a:t>
                      </a:r>
                      <a:r>
                        <a:rPr sz="2400"/>
                        <a:t>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Markdown or plain text (</a:t>
                      </a:r>
                      <a:r>
                        <a:rPr sz="2400">
                          <a:latin typeface="Courier"/>
                        </a:rPr>
                        <a:t>copilot-prompt.md</a:t>
                      </a:r>
                      <a:r>
                        <a:rPr sz="2400"/>
                        <a:t>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Configurable via UI or </a:t>
                      </a:r>
                      <a:r>
                        <a:rPr sz="2400">
                          <a:latin typeface="Courier"/>
                        </a:rPr>
                        <a:t>.copilot-chat.json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b="1"/>
                        <a:t>Purpose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Define goals, conventions, and tasks for Copilot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Provide localized context to improve completions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Shape Copilot Chat’s tone, role, and response style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b="1"/>
                        <a:t>Audience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Copilot autocomplete engine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Copilot autocomplete engine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Copilot Chat interface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b="1"/>
                        <a:t>Location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Root or </a:t>
                      </a:r>
                      <a:r>
                        <a:rPr sz="2400">
                          <a:latin typeface="Courier"/>
                        </a:rPr>
                        <a:t>.vscode/</a:t>
                      </a:r>
                      <a:r>
                        <a:rPr sz="2400"/>
                        <a:t> folder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Root, </a:t>
                      </a:r>
                      <a:r>
                        <a:rPr sz="2400">
                          <a:latin typeface="Courier"/>
                        </a:rPr>
                        <a:t>.github/</a:t>
                      </a:r>
                      <a:r>
                        <a:rPr sz="2400"/>
                        <a:t>, inline comments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Root or </a:t>
                      </a:r>
                      <a:r>
                        <a:rPr sz="2400">
                          <a:latin typeface="Courier"/>
                        </a:rPr>
                        <a:t>.vscode/</a:t>
                      </a:r>
                      <a:r>
                        <a:rPr sz="2400"/>
                        <a:t> folder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</vt:lpstr>
      <vt:lpstr>Office Theme</vt:lpstr>
      <vt:lpstr>Instructions vs Prompts vs Custom Chat Modes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2026-02-04T02:00:35Z</dcterms:created>
  <dcterms:modified xsi:type="dcterms:W3CDTF">2026-02-04T02:01:17Z</dcterms:modified>
</cp:coreProperties>
</file>