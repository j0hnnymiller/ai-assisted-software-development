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87" r:id="rId1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219" d="100"/>
          <a:sy n="219" d="100"/>
        </p:scale>
        <p:origin x="116" y="11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This deck summarizes all folder and filename constraints for Copilot’s instruction system and incorporates the ongoing rename of “chat modes” to “agents.”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The rename is conceptual and UI‑level for now. The underlying filesystem rules remain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Even though “chat modes” are being renamed to “agents,” the folder name remains </a:t>
            </a:r>
            <a:r>
              <a:rPr>
                <a:latin typeface="Courier"/>
              </a:rPr>
              <a:t>.github/copilot/chat_modes/</a:t>
            </a:r>
            <a:r>
              <a:t> for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Teams can safely start using the term “agent” in training and inside the file’s </a:t>
            </a:r>
            <a:r>
              <a:rPr>
                <a:latin typeface="Courier"/>
              </a:rPr>
              <a:t>name:</a:t>
            </a:r>
            <a:r>
              <a:t> field, but must keep the existing folder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Copilot Instruction File Constraints: Folders, Filenames, and the Chat Modes → Agents Rename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marL="0" lvl="0" indent="0">
              <a:buNone/>
            </a:pPr>
            <a:br/>
            <a:br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Copilot Instruction File Constraints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Folders, Filenames, and the Chat Modes → Agents Transition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Why Constraints Matter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Predictability • Auditability • Determinism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Copilot loads files only from </a:t>
            </a:r>
            <a:r>
              <a:rPr b="1"/>
              <a:t>specific folders</a:t>
            </a:r>
          </a:p>
          <a:p>
            <a:pPr lvl="0"/>
            <a:r>
              <a:t>Filenames must match </a:t>
            </a:r>
            <a:r>
              <a:rPr b="1"/>
              <a:t>exact expected patterns</a:t>
            </a:r>
          </a:p>
          <a:p>
            <a:pPr lvl="0"/>
            <a:r>
              <a:t>No recursion, no aliases, no alternative casing</a:t>
            </a:r>
          </a:p>
          <a:p>
            <a:pPr lvl="0"/>
            <a:r>
              <a:t>Misplaced files are silently ignored</a:t>
            </a:r>
          </a:p>
          <a:p>
            <a:pPr lvl="0"/>
            <a:r>
              <a:t>The rename to </a:t>
            </a:r>
            <a:r>
              <a:rPr b="1"/>
              <a:t>agents</a:t>
            </a:r>
            <a:r>
              <a:t> does not change folder rules (yet)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High-Level Overview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What Copilot Looks For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42300" cy="3223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1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Artifact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Required 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Required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Org guardrails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Org settings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UI-managed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Always included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Repo guardrails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.github/instructions/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Always included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Path-scoped guardrails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Any folder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copilot-instructions.md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Applies to subtree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Agents (formerly chat modes)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.github/copilot/chat_modes/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.json</a:t>
                      </a:r>
                      <a:r>
                        <a:t> or </a:t>
                      </a:r>
                      <a:r>
                        <a:rPr>
                          <a:latin typeface="Courier"/>
                        </a:rPr>
                        <a:t>.yaml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Folder name has NOT changed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Promptfiles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.github/copilot/promptfiles/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Only when invoked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The Rename: Chat Modes → Agents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What’s Changing and What Isn’t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Changing:</a:t>
            </a:r>
            <a:r>
              <a:t> - Terminology in UI and documentation - Conceptual framing (agents = more powerful, structured roles) - Schema will expand over time</a:t>
            </a:r>
          </a:p>
          <a:p>
            <a:pPr marL="0" lvl="0" indent="0">
              <a:buNone/>
            </a:pPr>
            <a:r>
              <a:rPr b="1"/>
              <a:t>Not changing (yet):</a:t>
            </a:r>
            <a:r>
              <a:t> - Folder name: </a:t>
            </a:r>
            <a:r>
              <a:rPr>
                <a:latin typeface="Courier"/>
              </a:rPr>
              <a:t>.github/copilot/chat_modes/</a:t>
            </a:r>
            <a:r>
              <a:t> - File discovery rules - Filename requirements - Promptfile behavior - Instruction stack mechanics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Agents (Formerly Chat Modes)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Folder and Filename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Required folder: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t>Custom Chat Modes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✅ Do This:</a:t>
            </a:r>
          </a:p>
          <a:p>
            <a:pPr lvl="0"/>
            <a:r>
              <a:t>Define clear expertise boundaries</a:t>
            </a:r>
          </a:p>
          <a:p>
            <a:pPr lvl="0"/>
            <a:r>
              <a:t>Provide rich contextual background</a:t>
            </a:r>
          </a:p>
          <a:p>
            <a:pPr lvl="0"/>
            <a:r>
              <a:t>Establish consistent personality/voice</a:t>
            </a:r>
          </a:p>
          <a:p>
            <a:pPr lvl="0"/>
            <a:r>
              <a:t>Include relevant constraints and preferences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❌ Avoid This:</a:t>
            </a:r>
          </a:p>
          <a:p>
            <a:pPr lvl="0"/>
            <a:r>
              <a:t>Conflicting expertise claims</a:t>
            </a:r>
          </a:p>
          <a:p>
            <a:pPr lvl="0"/>
            <a:r>
              <a:t>Too broad or unfocused roles</a:t>
            </a:r>
          </a:p>
          <a:p>
            <a:pPr lvl="0"/>
            <a:r>
              <a:t>Personality that conflicts with task needs</a:t>
            </a:r>
          </a:p>
          <a:p>
            <a:pPr lvl="0"/>
            <a:r>
              <a:t>Missing essential domain knowledge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396</Words>
  <Application>Microsoft Office PowerPoint</Application>
  <PresentationFormat>On-screen Show (16:9)</PresentationFormat>
  <Paragraphs>63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Courier</vt:lpstr>
      <vt:lpstr>Office Theme</vt:lpstr>
      <vt:lpstr>Copilot Instruction File Constraints: Folders, Filenames, and the Chat Modes → Agents Rename</vt:lpstr>
      <vt:lpstr>Copilot Instruction File Constraints</vt:lpstr>
      <vt:lpstr>Folders, Filenames, and the Chat Modes → Agents Transition</vt:lpstr>
      <vt:lpstr>Why Constraints Matter</vt:lpstr>
      <vt:lpstr>Predictability • Auditability • Determinism</vt:lpstr>
      <vt:lpstr>High-Level Overview</vt:lpstr>
      <vt:lpstr>What Copilot Looks For</vt:lpstr>
      <vt:lpstr>The Rename: Chat Modes → Agents</vt:lpstr>
      <vt:lpstr>What’s Changing and What Isn’t</vt:lpstr>
      <vt:lpstr>Agents (Formerly Chat Modes)</vt:lpstr>
      <vt:lpstr>Folder and Filename Constraints</vt:lpstr>
      <vt:lpstr>Custom Chat Modes Best Practices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Copilot Instruction File Constraints: Folders, Filenames, and the Chat Modes → Agents Rename</dc:title>
  <dc:creator/>
  <cp:keywords/>
  <cp:lastModifiedBy>John Miller</cp:lastModifiedBy>
  <cp:revision>1</cp:revision>
  <dcterms:created xsi:type="dcterms:W3CDTF">2026-02-11T22:45:27Z</dcterms:created>
  <dcterms:modified xsi:type="dcterms:W3CDTF">2026-03-06T18:00:55Z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arp">
    <vt:lpwstr>True</vt:lpwstr>
  </property>
  <property fmtid="{D5CDD505-2E9C-101B-9397-08002B2CF9AE}" pid="3" name="paginate">
    <vt:lpwstr>True</vt:lpwstr>
  </property>
</Properties>
</file>