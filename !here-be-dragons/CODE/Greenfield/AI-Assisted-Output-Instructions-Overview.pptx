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introduces the purpose of the AI-Assisted Output Instructions file: to enforce traceability, quality, and compliance for all AI-generated artifacts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lists the mandatory metadata fields that must be embedded in every AI-generated file. These fields ensure each artifact can be traced back to its origin, model, and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explains where and how to place provenance metadata. Markdown files must use embedded YAML front matter; only non-embeddable formats use sidecar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describes the logging structure for AI chats. Each session gets its own folder, transcript, and summary, ensuring clear separation and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summarizes the quality gates and PR requirements. Artifacts must be fully documented, logs must exist, and sensitive data must be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highlights the requirements for GitHub Copilot integration. Copilot should automate chat management, metadata injection, and enforce compliance before generating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explains enforcement: PRs are blocked if requirements are not met. Any missing provenance must be remediated before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final slide reinforces the value of these instructions: they ensure every AI-assisted artifact is trustworthy, auditable, and compliant with team and industry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AI-Assisted Output Instructions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AI-Assisted Output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Ensures provenance and logging for all AI-assisted outputs</a:t>
            </a:r>
          </a:p>
          <a:p>
            <a:pPr lvl="0"/>
            <a:r>
              <a:rPr/>
              <a:t>Defines required metadata, logging workflow, and quality gates</a:t>
            </a:r>
          </a:p>
          <a:p>
            <a:pPr lvl="0"/>
            <a:r>
              <a:rPr/>
              <a:t>Protects code quality and enables audits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Required Provenance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AI-assisted artifact must include:</a:t>
            </a:r>
          </a:p>
          <a:p>
            <a:pPr lvl="1"/>
            <a:r>
              <a:rPr/>
              <a:t>ai_generated: true</a:t>
            </a:r>
          </a:p>
          <a:p>
            <a:pPr lvl="1"/>
            <a:r>
              <a:rPr/>
              <a:t>model: provider/model@version</a:t>
            </a:r>
          </a:p>
          <a:p>
            <a:pPr lvl="1"/>
            <a:r>
              <a:rPr/>
              <a:t>operator: username</a:t>
            </a:r>
          </a:p>
          <a:p>
            <a:pPr lvl="1"/>
            <a:r>
              <a:rPr/>
              <a:t>chat_id: unique chat identifier</a:t>
            </a:r>
          </a:p>
          <a:p>
            <a:pPr lvl="1"/>
            <a:r>
              <a:rPr/>
              <a:t>prompt: exact prompt text</a:t>
            </a:r>
          </a:p>
          <a:p>
            <a:pPr lvl="1"/>
            <a:r>
              <a:rPr/>
              <a:t>started/ended: timestamps</a:t>
            </a:r>
          </a:p>
          <a:p>
            <a:pPr lvl="1"/>
            <a:r>
              <a:rPr/>
              <a:t>task_durations &amp; total_duration</a:t>
            </a:r>
          </a:p>
          <a:p>
            <a:pPr lvl="1"/>
            <a:r>
              <a:rPr/>
              <a:t>ai_log: path to conversation log</a:t>
            </a:r>
          </a:p>
          <a:p>
            <a:pPr lvl="1"/>
            <a:r>
              <a:rPr/>
              <a:t>source: who/what created the file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Metadata Placement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YAML front matter for Markdown and similar formats</a:t>
            </a:r>
          </a:p>
          <a:p>
            <a:pPr lvl="0"/>
            <a:r>
              <a:rPr/>
              <a:t>For binaries/images, use a sidecar </a:t>
            </a:r>
            <a:r>
              <a:rPr>
                <a:latin typeface="Courier"/>
              </a:rPr>
              <a:t>&lt;artifact&gt;.meta.md</a:t>
            </a:r>
          </a:p>
          <a:p>
            <a:pPr lvl="0"/>
            <a:r>
              <a:rPr/>
              <a:t>Never use sidecars for Markdown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Chat Logging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Each chat creates a unique log folder: </a:t>
            </a:r>
            <a:r>
              <a:rPr>
                <a:latin typeface="Courier"/>
              </a:rPr>
              <a:t>ai-logs/yyyy/mm/dd/&lt;chat-id&gt;/</a:t>
            </a:r>
          </a:p>
          <a:p>
            <a:pPr lvl="0"/>
            <a:r>
              <a:rPr/>
              <a:t>Required files:</a:t>
            </a:r>
          </a:p>
          <a:p>
            <a:pPr lvl="1"/>
            <a:r>
              <a:rPr/>
              <a:t>conversation.md (full transcript)</a:t>
            </a:r>
          </a:p>
          <a:p>
            <a:pPr lvl="1"/>
            <a:r>
              <a:rPr/>
              <a:t>summary.md (objectives, decisions, outcomes)</a:t>
            </a:r>
          </a:p>
          <a:p>
            <a:pPr lvl="1"/>
            <a:r>
              <a:rPr/>
              <a:t>artifacts/ (optional)</a:t>
            </a:r>
          </a:p>
          <a:p>
            <a:pPr lvl="0"/>
            <a:r>
              <a:rPr/>
              <a:t>Never reuse chat logs between sessions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Quality &amp; PR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complete and correct</a:t>
            </a:r>
          </a:p>
          <a:p>
            <a:pPr lvl="0"/>
            <a:r>
              <a:rPr/>
              <a:t>Conversation and summary logs exist</a:t>
            </a:r>
          </a:p>
          <a:p>
            <a:pPr lvl="0"/>
            <a:r>
              <a:rPr/>
              <a:t>README.md updated for notable artifacts</a:t>
            </a:r>
          </a:p>
          <a:p>
            <a:pPr lvl="0"/>
            <a:r>
              <a:rPr/>
              <a:t>No sensitive data in outputs</a:t>
            </a:r>
          </a:p>
          <a:p>
            <a:pPr lvl="0"/>
            <a:r>
              <a:rPr/>
              <a:t>All AI-generated content traces to a chat log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Copilot Integration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Copilot must auto-manage chat IDs and logs</a:t>
            </a:r>
          </a:p>
          <a:p>
            <a:pPr lvl="0"/>
            <a:r>
              <a:rPr/>
              <a:t>Metadata injected automatically</a:t>
            </a:r>
          </a:p>
          <a:p>
            <a:pPr lvl="0"/>
            <a:r>
              <a:rPr/>
              <a:t>Block artifact creation if chat context is missing</a:t>
            </a:r>
          </a:p>
          <a:p>
            <a:pPr lvl="0"/>
            <a:r>
              <a:rPr/>
              <a:t>Enforce provenance before file creation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Enforcement &amp;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PRs blocked if provenance is incomplete</a:t>
            </a:r>
          </a:p>
          <a:p>
            <a:pPr lvl="0"/>
            <a:r>
              <a:rPr/>
              <a:t>Missing logs or metadata must be added before merge</a:t>
            </a:r>
          </a:p>
          <a:p>
            <a:pPr lvl="0"/>
            <a:r>
              <a:rPr/>
              <a:t>Orphaned artifacts require reconstruction of logs and metadata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Summary: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Enables auditability and trust in AI outputs</a:t>
            </a:r>
          </a:p>
          <a:p>
            <a:pPr lvl="0"/>
            <a:r>
              <a:rPr/>
              <a:t>Protects against orphaned or unverifiable artifacts</a:t>
            </a:r>
          </a:p>
          <a:p>
            <a:pPr lvl="0"/>
            <a:r>
              <a:rPr/>
              <a:t>Supports team collaboration and compliance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Output Instructions Overview</dc:title>
  <dc:creator/>
  <cp:keywords/>
  <dcterms:created xsi:type="dcterms:W3CDTF">2026-02-05T05:52:04Z</dcterms:created>
  <dcterms:modified xsi:type="dcterms:W3CDTF">2026-02-05T05:52:04Z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theme">
    <vt:lpwstr>default</vt:lpwstr>
  </property>
</Properties>
</file>