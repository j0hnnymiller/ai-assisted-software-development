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141411855" r:id="rId2"/>
    <p:sldId id="293" r:id="rId3"/>
    <p:sldId id="506" r:id="rId4"/>
    <p:sldId id="21414118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1DBA27-D991-4901-810F-5A9B3317A524}">
          <p14:sldIdLst/>
        </p14:section>
        <p14:section name="Repo Setup" id="{30AC037E-177E-4461-83B4-EAD8FDDA19A3}">
          <p14:sldIdLst>
            <p14:sldId id="2141411855"/>
            <p14:sldId id="293"/>
            <p14:sldId id="506"/>
            <p14:sldId id="21414118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A22A7-7B9D-43D4-ABA2-DEC17F07651F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E52B7-2D6D-4958-A3FA-838F270CB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4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Objective</a:t>
            </a:r>
            <a:r>
              <a:rPr lang="en-US" dirty="0"/>
              <a:t>: Fork the course repos </a:t>
            </a:r>
            <a:r>
              <a:rPr lang="en-US" b="1" dirty="0"/>
              <a:t>Tasks</a:t>
            </a:r>
          </a:p>
          <a:p>
            <a:pPr lvl="0"/>
            <a:r>
              <a:rPr lang="en-US" dirty="0"/>
              <a:t>Search GitHub for</a:t>
            </a:r>
          </a:p>
          <a:p>
            <a:pPr lvl="1"/>
            <a:r>
              <a:rPr lang="en-US" dirty="0"/>
              <a:t>AI-Assisted-Software-Development</a:t>
            </a:r>
          </a:p>
          <a:p>
            <a:pPr lvl="0"/>
            <a:r>
              <a:rPr lang="en-US" dirty="0"/>
              <a:t>Fork this repo</a:t>
            </a:r>
          </a:p>
          <a:p>
            <a:pPr lvl="1"/>
            <a:r>
              <a:rPr lang="en-US" dirty="0"/>
              <a:t>This will create a personal copy under your GitHub account</a:t>
            </a:r>
          </a:p>
          <a:p>
            <a:pPr lvl="1"/>
            <a:r>
              <a:rPr lang="en-US" dirty="0"/>
              <a:t>You can make changes without affecting the original repo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1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3FC2-B9C0-0F3D-B67F-CF87066C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4C492-A943-34FA-28DF-361239140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D6029-31B6-1527-AA62-CC7C3D7A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4B4A3-4931-6FBF-6157-5D5C0AEA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20BD-15AA-30B0-080C-6825A2FF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1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BBCB-3E8B-9531-7EC9-F1ADA3C1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E5409-6BCB-45F6-96C8-36A8B0D9D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2AAA8-3DAC-3AAE-3870-0FBE0490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93F5B-4E2D-5C3B-E5AE-02E69EA3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28C9-4E6B-3002-B93D-3154748E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5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B42A-1484-AACE-8343-0105CD26D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3A0AC-3184-D7A3-31AB-2B207981E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2784E-73A9-CA66-ACB7-0A794695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61275-32D3-5B72-AD11-E9A9268B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82F0-617B-C62A-87DB-448DFA33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2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2E75-900B-6A76-1BC4-0970A93A6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4B9F-53D4-C0AE-5193-97761DF9F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20C2D-3BA4-FBF0-ACA2-46CD916EC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E008-1070-DC4F-BE45-6DDF17D3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01B40-ECC0-6CE8-D371-1A1B78BE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BE3BC-C874-80AF-E161-AC671AE5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06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3851-148C-283A-1F36-DC8E7F59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CF75C-F3DD-993C-F80D-17B36811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DF6B6-E68F-55C7-E4EC-89C5D5475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A5C99-766E-5455-74D2-266A2C3A5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31ED0-7766-1471-04BA-FD97C98B2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B0DAF-9491-C3FA-4040-608048E3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A9C9D-D5EF-E540-CAD1-963008AE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D03B5-9A93-BD7C-36C8-382C027B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0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E88C-7099-5830-261F-772FDED4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FCBDF-E599-F863-0692-F8E8B01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9F6E3-8FD5-82B8-AD20-556CE535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B9E8C-D890-45C9-087E-9332EC63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A5F97-71DF-0D30-015E-119FB358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FF256-F2D0-633B-AB3D-6B65D733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861A5-FCF6-7550-6007-50742982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1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5DB6-C8DF-4AA1-3B85-A2B8E1428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1ACB-9CBB-E8C2-F6DC-5D4575B8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6C98E-905C-E241-C8C4-145949BC1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28BED-A53D-6935-1382-681F8415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A50FB-E242-D830-7948-A2C2CD38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FF67E-DD00-2A94-83E6-D2DD754B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5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736B-1124-149E-6BDE-BF9008A0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8FC662-8BFC-C30E-844D-0D6C27424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5DD96-438A-E6BA-387E-8AC2CECB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957CC-9594-6411-B769-0AFEA17B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6897F-9900-C4F5-8393-6E41D0A3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07A13-5507-A0B0-D5C2-F02BD37D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BE2F-17C1-DCDA-BAA2-DFFFBD58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E8292-0A30-8ED2-75F3-6FC1BC61B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BCB43-7209-38FD-1CC1-A220CBDF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E30F0-9557-B003-3994-2F07DF55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0D25D-FDF4-73FC-0804-D2B2BDB2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5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50A13-F8B4-B86E-9E3E-AEE6DFACD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163D1-3C10-1F37-2086-544B4F653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EBB5F-A1A8-19DB-2DA2-6BB9A41F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7221B-0D26-E821-D859-0AECE9305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2D1F2-0D90-6C14-ECF7-5873B263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7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5DABA-3B0C-A9FE-2DD1-90792C49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F2B93-6FC7-0B0A-B1A2-FD118CAC1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AD9E-611F-449D-C624-C395BA088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462C9-9DBB-4642-B50B-56C5CE4A7E1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B961-AAEF-D60B-342F-F8753D1AF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ACF4-4B37-32FB-DFD4-BA138D954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E208C-A5F1-42D2-B9C0-F10F45D77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3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DC84-33DD-CD68-06AE-DBD430CF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Repository and Tool Setup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6EFE-9460-79C2-C4FC-A24C661BA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Cloning course repository</a:t>
            </a:r>
          </a:p>
          <a:p>
            <a:r>
              <a:rPr lang="en-US" dirty="0"/>
              <a:t>GitHub authentication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8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AB5E-AC6F-65CD-B8A9-5B6FF481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4E8E4-082E-FDB9-A939-F851A32A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67" dirty="0"/>
              <a:t>Lab: Clone the AI-Assisted-Software-Development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1D47C-8D97-6E73-4723-1CFF562D5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b="1" dirty="0"/>
              <a:t>Duration: </a:t>
            </a:r>
            <a:r>
              <a:rPr lang="en-US" dirty="0"/>
              <a:t>10 minutes</a:t>
            </a:r>
          </a:p>
          <a:p>
            <a:pPr marL="0" indent="0">
              <a:buNone/>
            </a:pPr>
            <a:r>
              <a:rPr lang="en-US" b="1" dirty="0"/>
              <a:t>Prerequisites:</a:t>
            </a:r>
            <a:r>
              <a:rPr lang="en-US" dirty="0"/>
              <a:t> Git, GitHub account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Fork the AI-Assisted-Software-Development repo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endParaRPr lang="en-US" dirty="0"/>
          </a:p>
          <a:p>
            <a:pPr marL="609585" indent="-609585">
              <a:buAutoNum type="arabicPeriod"/>
            </a:pPr>
            <a:r>
              <a:rPr lang="en-US" sz="2667" dirty="0"/>
              <a:t>Clone the </a:t>
            </a:r>
            <a:r>
              <a:rPr lang="en-US" sz="1867" dirty="0" err="1"/>
              <a:t>git@github.com:johnmillerATcodemag-com</a:t>
            </a:r>
            <a:r>
              <a:rPr lang="en-US" sz="1867" dirty="0"/>
              <a:t>/AI-Assisted-Software-</a:t>
            </a:r>
            <a:r>
              <a:rPr lang="en-US" sz="1867" dirty="0" err="1"/>
              <a:t>Development.gitrepository</a:t>
            </a:r>
            <a:endParaRPr lang="en-US" sz="1867" dirty="0"/>
          </a:p>
          <a:p>
            <a:pPr marL="609585" indent="-609585">
              <a:buAutoNum type="arabicPeriod"/>
            </a:pPr>
            <a:r>
              <a:rPr lang="en-US" sz="2667" dirty="0"/>
              <a:t>Switch to the brownfield branch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  <a:endParaRPr lang="en-US" dirty="0"/>
          </a:p>
          <a:p>
            <a:r>
              <a:rPr lang="en-US" dirty="0"/>
              <a:t>Cloned repository exists locally</a:t>
            </a:r>
          </a:p>
        </p:txBody>
      </p:sp>
    </p:spTree>
    <p:extLst>
      <p:ext uri="{BB962C8B-B14F-4D97-AF65-F5344CB8AC3E}">
        <p14:creationId xmlns:p14="http://schemas.microsoft.com/office/powerpoint/2010/main" val="263538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7D1-0F26-01DE-05BE-6EA057E7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Exercise: Fork the AIASD-20260209-BF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78DF-7220-8FC4-1D1A-6A72720EE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/>
              <a:t>Duration: 20 minutes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  <a:r>
              <a:rPr lang="en-US" dirty="0"/>
              <a:t> Explore an unfamiliar codebase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</a:p>
          <a:p>
            <a:pPr marL="609585" indent="-609585">
              <a:buAutoNum type="arabicPeriod"/>
            </a:pPr>
            <a:r>
              <a:rPr lang="en-US" dirty="0"/>
              <a:t>Fork this repo </a:t>
            </a:r>
            <a:r>
              <a:rPr lang="en-US" sz="1467" dirty="0"/>
              <a:t>https://github.com/j0hnnymiller/AIASD-20260209-BF.git</a:t>
            </a:r>
            <a:endParaRPr lang="en-US" dirty="0"/>
          </a:p>
          <a:p>
            <a:pPr marL="609585" indent="-609585">
              <a:buAutoNum type="arabicPeriod"/>
            </a:pPr>
            <a:r>
              <a:rPr lang="en-US" dirty="0"/>
              <a:t>Clone the forked repo</a:t>
            </a:r>
          </a:p>
          <a:p>
            <a:pPr marL="609585" indent="-609585">
              <a:buAutoNum type="arabicPeriod"/>
            </a:pPr>
            <a:r>
              <a:rPr lang="en-US" dirty="0"/>
              <a:t>Create a GitHub PAT </a:t>
            </a:r>
            <a:r>
              <a:rPr lang="en-US" sz="1733" dirty="0"/>
              <a:t>https://github.com/settings/tokens</a:t>
            </a:r>
            <a:endParaRPr lang="en-US" dirty="0"/>
          </a:p>
          <a:p>
            <a:pPr marL="609585" indent="-609585">
              <a:buAutoNum type="arabicPeriod"/>
            </a:pPr>
            <a:r>
              <a:rPr lang="en-US" dirty="0"/>
              <a:t>Store the PAT in the GITHUB_TOKEN environment variable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</a:p>
          <a:p>
            <a:r>
              <a:rPr lang="en-US" dirty="0"/>
              <a:t>Repo is available locally</a:t>
            </a:r>
          </a:p>
        </p:txBody>
      </p:sp>
    </p:spTree>
    <p:extLst>
      <p:ext uri="{BB962C8B-B14F-4D97-AF65-F5344CB8AC3E}">
        <p14:creationId xmlns:p14="http://schemas.microsoft.com/office/powerpoint/2010/main" val="216465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Exercise</a:t>
            </a:r>
            <a:r>
              <a:rPr lang="en-US" dirty="0"/>
              <a:t>:</a:t>
            </a:r>
            <a:r>
              <a:rPr dirty="0"/>
              <a:t> Fork the repos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Objective</a:t>
            </a:r>
            <a:r>
              <a:rPr dirty="0"/>
              <a:t>: Fork the course repos</a:t>
            </a:r>
          </a:p>
          <a:p>
            <a:pPr lvl="0"/>
            <a:r>
              <a:rPr dirty="0"/>
              <a:t>Search GitHub for</a:t>
            </a:r>
          </a:p>
          <a:p>
            <a:pPr lvl="1"/>
            <a:r>
              <a:rPr dirty="0"/>
              <a:t>AI-Assisted-Software-Development</a:t>
            </a:r>
          </a:p>
          <a:p>
            <a:pPr lvl="1"/>
            <a:r>
              <a:rPr dirty="0"/>
              <a:t>zeus.academia.3</a:t>
            </a:r>
            <a:r>
              <a:rPr lang="en-US" dirty="0"/>
              <a:t>b</a:t>
            </a:r>
            <a:endParaRPr dirty="0"/>
          </a:p>
          <a:p>
            <a:pPr lvl="0"/>
            <a:r>
              <a:rPr dirty="0"/>
              <a:t>Fork the repos</a:t>
            </a:r>
          </a:p>
          <a:p>
            <a:pPr lvl="1"/>
            <a:r>
              <a:rPr dirty="0"/>
              <a:t>This will create a personal copy under your GitHub account</a:t>
            </a:r>
          </a:p>
          <a:p>
            <a:pPr lvl="1"/>
            <a:r>
              <a:rPr dirty="0"/>
              <a:t>You can make changes without affecting the original 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Widescreen</PresentationFormat>
  <Paragraphs>42</Paragraphs>
  <Slides>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Noto Sans</vt:lpstr>
      <vt:lpstr>Office Theme</vt:lpstr>
      <vt:lpstr>Repository and Tool Setup </vt:lpstr>
      <vt:lpstr>Lab: Clone the AI-Assisted-Software-Development Repository</vt:lpstr>
      <vt:lpstr>Exercise: Fork the AIASD-20260209-BF Repo</vt:lpstr>
      <vt:lpstr>Exercise: Fork the repos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2026-03-05T23:13:32Z</dcterms:created>
  <dcterms:modified xsi:type="dcterms:W3CDTF">2026-03-05T23:14:28Z</dcterms:modified>
</cp:coreProperties>
</file>