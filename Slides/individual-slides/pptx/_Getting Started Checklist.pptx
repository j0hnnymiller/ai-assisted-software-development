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2" r:id="rId2"/>
    <p:sldId id="313" r:id="rId3"/>
    <p:sldId id="27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C3917BA-2167-4048-9FB6-76CD44523F7C}">
          <p14:sldIdLst/>
        </p14:section>
        <p14:section name="Getting Started Checklist" id="{9977A292-1BD1-441C-A6CE-F01C5114E2EC}">
          <p14:sldIdLst>
            <p14:sldId id="312"/>
            <p14:sldId id="313"/>
            <p14:sldId id="27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1615-9422-63FF-7991-03854E78D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0AC97-93AE-A00C-4C4C-D957D4F7E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A1CB4-01A7-95CC-C01A-D4FF024A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70858-2327-4691-99E9-231699BAC82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984A8-05DE-5E81-6D65-F0EFED5F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F7446-F6EC-BEC0-345E-D521637CB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1ADC-933F-45E8-B572-A3D10A738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308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93D2D-4225-1A14-F854-0A159DCB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ABBE7-376F-AC1B-0A11-C63CEB38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7162E-3824-5254-A33B-8815279B1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70858-2327-4691-99E9-231699BAC82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DD300-E63E-AEF5-EC51-BD4B4AD87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C7883-F12A-67B7-BAFB-2103FCF58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1ADC-933F-45E8-B572-A3D10A738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7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92E2F-37CE-0B16-3997-9D656BF8E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1D3C4-9C1F-1062-5171-C65B07827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CD7D3-09D7-07BA-6447-1D7D6A8A6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70858-2327-4691-99E9-231699BAC82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39883-0D42-8593-9B66-A570F6D41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D26FA-7BB0-7A30-FAB1-692197BA4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1ADC-933F-45E8-B572-A3D10A738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2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A2532-0C7B-4104-C7A5-AA90D2E57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96EB3-95CA-FE8F-2A6F-B724AEF2F1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6B1AA-35D0-2012-FA85-E3A2D4128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9C096-24F2-B940-FE02-3923A8BA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70858-2327-4691-99E9-231699BAC82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6F1FC-F5BF-35F9-3D50-C44660D06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4CA0F-A8F7-BFA2-FE9D-49A8AFFD0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1ADC-933F-45E8-B572-A3D10A738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75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F41C7-33EF-888D-E4EA-E3F52B8AF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8F70B-A6DC-1488-D1D6-F2A74E4C0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F5173C-C7A5-5401-1F7B-AA623D6CF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3D47DC-6EAF-1F72-6F89-A7BC2ED144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87071-8450-8E65-A666-10AEEDFECF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13CD80-E619-FF3C-08A4-5B0D85AAF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70858-2327-4691-99E9-231699BAC82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CC27B4-5A69-8072-722C-867123E3D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EA24EB-50EF-BA7B-83F7-FBD26FCDC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1ADC-933F-45E8-B572-A3D10A738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23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11997-6C26-41AA-0079-267C78B6B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70D51D-1E1D-6126-8BDC-845674E7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70858-2327-4691-99E9-231699BAC82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C3982-FCA2-8CC7-895E-AD37DB7F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C49B7-ADCE-6D41-E9FC-149D05CF1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1ADC-933F-45E8-B572-A3D10A738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04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2EE547-6FA7-220E-4AFD-25D883363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70858-2327-4691-99E9-231699BAC82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497B67-83C5-A613-BE61-23E89EB23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63B36-CB0A-6F3D-BB70-B27E128F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1ADC-933F-45E8-B572-A3D10A738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8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67A60-717A-0F16-003D-3B06D317E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9DF63-7C1A-D845-CDBC-1AEF5BA45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B52D9-65FA-A234-699D-2CD608495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15CE2-2207-8FED-5CF7-E026F52EA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70858-2327-4691-99E9-231699BAC82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82D67-3A74-4606-1D0E-E43B91D02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C0123-D7FF-378D-83F2-444139A31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1ADC-933F-45E8-B572-A3D10A738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670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C54F-5B0D-64F8-931E-1FD1F512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27394-9F05-7617-C034-FE70BDD64E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05650-AF73-3087-CC23-EA6F85A1F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01FDA-345A-4DC5-C0D3-C96EB9198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70858-2327-4691-99E9-231699BAC82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D7F0-3F8D-FDE1-05BC-BAEA5820E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9D389-76D1-9AF5-B1B3-4ACDA15E4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1ADC-933F-45E8-B572-A3D10A738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324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54749-691D-72EE-5F6F-CDC2BBEA2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79BE0-DC3E-79AC-946B-C5F20F5C5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3FE3D-1D72-1C0C-DA98-1FA4CD2A5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70858-2327-4691-99E9-231699BAC82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BACD9-B50E-4447-6859-29793A19D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2BB72-2AA9-B18F-78EF-247D18E4B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1ADC-933F-45E8-B572-A3D10A738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7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F2ADE1-0D30-9C00-8160-6961FD986D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D6B8C9-96E1-4C88-C5D3-40F4330E9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608BA-1508-53BD-0842-E87610549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70858-2327-4691-99E9-231699BAC82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B4495-3180-ADA4-F464-705E155D6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DE860-304C-4E5E-4910-666DD518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1ADC-933F-45E8-B572-A3D10A738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488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A38347-EB7C-C33E-46B1-535716CE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FAE25-353D-27CE-F689-958DDA007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59B96-11A3-3C28-A972-93FF82EA17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D70858-2327-4691-99E9-231699BAC82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42307-89ED-77E2-6B41-41CBD645B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0E323-6021-9888-82A8-9F4EDDC05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F91ADC-933F-45E8-B572-A3D10A738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47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Getting Started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Phase 1: Foundation</a:t>
            </a:r>
          </a:p>
          <a:p>
            <a:pPr lvl="0"/>
            <a:r>
              <a:rPr dirty="0"/>
              <a:t>☐ Create core instruction files for your tech stack</a:t>
            </a:r>
          </a:p>
          <a:p>
            <a:pPr lvl="0"/>
            <a:r>
              <a:rPr dirty="0"/>
              <a:t>☐ Establish coding standards and quality gates</a:t>
            </a:r>
          </a:p>
          <a:p>
            <a:pPr lvl="0"/>
            <a:r>
              <a:rPr dirty="0"/>
              <a:t>☐ Define security and compliance requirements</a:t>
            </a:r>
          </a:p>
          <a:p>
            <a:pPr lvl="0"/>
            <a:r>
              <a:rPr dirty="0"/>
              <a:t>☐ Test instruction file effectiveness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Phase 2: Automation</a:t>
            </a:r>
          </a:p>
          <a:p>
            <a:pPr lvl="0"/>
            <a:r>
              <a:rPr dirty="0"/>
              <a:t>☐ Identify repeatable development tasks</a:t>
            </a:r>
          </a:p>
          <a:p>
            <a:pPr lvl="0"/>
            <a:r>
              <a:rPr dirty="0"/>
              <a:t>☐ Create prompt files for common workflows</a:t>
            </a:r>
          </a:p>
          <a:p>
            <a:pPr lvl="0"/>
            <a:r>
              <a:rPr dirty="0"/>
              <a:t>☐ Build task-specific execution templates</a:t>
            </a:r>
          </a:p>
          <a:p>
            <a:pPr lvl="0"/>
            <a:r>
              <a:rPr dirty="0"/>
              <a:t>☐ Validate prompt file outputs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Getting Started Checklist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Phase 3: Specialization</a:t>
            </a:r>
            <a:endParaRPr lang="en-US" b="1" dirty="0"/>
          </a:p>
          <a:p>
            <a:pPr lvl="0"/>
            <a:r>
              <a:rPr lang="en-US" dirty="0"/>
              <a:t>☐ Identify domain expertise needs</a:t>
            </a:r>
          </a:p>
          <a:p>
            <a:pPr lvl="0"/>
            <a:r>
              <a:rPr dirty="0"/>
              <a:t>☐ Create custom chat modes for key roles</a:t>
            </a:r>
          </a:p>
          <a:p>
            <a:pPr lvl="0"/>
            <a:r>
              <a:rPr dirty="0"/>
              <a:t>☐ Test conversational effectiveness</a:t>
            </a:r>
          </a:p>
          <a:p>
            <a:pPr lvl="0"/>
            <a:r>
              <a:rPr dirty="0"/>
              <a:t>☐ Document mode usage guidelines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Phase 4: Integration</a:t>
            </a:r>
          </a:p>
          <a:p>
            <a:pPr lvl="0"/>
            <a:r>
              <a:rPr dirty="0"/>
              <a:t>☐ Combine approaches for complex workflows</a:t>
            </a:r>
          </a:p>
          <a:p>
            <a:pPr lvl="0"/>
            <a:r>
              <a:rPr dirty="0"/>
              <a:t>☐ Establish team usage standards</a:t>
            </a:r>
          </a:p>
          <a:p>
            <a:pPr lvl="0"/>
            <a:r>
              <a:rPr dirty="0"/>
              <a:t>☐ Create training materials</a:t>
            </a:r>
          </a:p>
          <a:p>
            <a:pPr lvl="0"/>
            <a:r>
              <a:rPr dirty="0"/>
              <a:t>☐ Monitor and iterate on effectiveness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89B33-1331-7E92-0B1F-A0F52432F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F416A-BECD-4814-1E6A-AF0984C1B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7"/>
            <a:ext cx="8928887" cy="703024"/>
          </a:xfrm>
        </p:spPr>
        <p:txBody>
          <a:bodyPr anchor="ctr">
            <a:normAutofit/>
          </a:bodyPr>
          <a:lstStyle/>
          <a:p>
            <a:r>
              <a:rPr lang="en-US" sz="4133"/>
              <a:t>High Level AI Assisted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226ED-A4F8-1346-FDAC-A42A988593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From Requirements to a Solution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Stakeholders (SMEs, Architects, SREs, DBAs, etc.) define the requirements with AI assistance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AI transforms the requirements into implementation instructions files that guide the implementation</a:t>
            </a:r>
          </a:p>
          <a:p>
            <a:pPr lvl="1">
              <a:lnSpc>
                <a:spcPct val="90000"/>
              </a:lnSpc>
            </a:pPr>
            <a:r>
              <a:rPr lang="en-US" sz="1200" dirty="0"/>
              <a:t>Stakeholders review, improve, and approve the instruction files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AI uses instruction files to create prompts to implement the business requirements</a:t>
            </a:r>
          </a:p>
          <a:p>
            <a:pPr lvl="1">
              <a:lnSpc>
                <a:spcPct val="90000"/>
              </a:lnSpc>
            </a:pPr>
            <a:r>
              <a:rPr lang="en-US" sz="1200" dirty="0"/>
              <a:t>Implementation prompts tell AI how to implement a feature and how to verify that the feature meets the acceptance criteria</a:t>
            </a:r>
          </a:p>
          <a:p>
            <a:pPr lvl="1">
              <a:lnSpc>
                <a:spcPct val="90000"/>
              </a:lnSpc>
            </a:pPr>
            <a:r>
              <a:rPr lang="en-US" sz="1200" dirty="0"/>
              <a:t>Stakeholders review, improve, and approve the implementation prompts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Submitting the implementation prompts </a:t>
            </a:r>
          </a:p>
          <a:p>
            <a:pPr lvl="1">
              <a:lnSpc>
                <a:spcPct val="90000"/>
              </a:lnSpc>
            </a:pPr>
            <a:r>
              <a:rPr lang="en-US" sz="1200" dirty="0"/>
              <a:t>Generates an implementation that conforms to the implementation instructions and meets the acceptance criteria</a:t>
            </a:r>
          </a:p>
          <a:p>
            <a:pPr lvl="1">
              <a:lnSpc>
                <a:spcPct val="90000"/>
              </a:lnSpc>
            </a:pPr>
            <a:r>
              <a:rPr lang="en-US" sz="1200" dirty="0"/>
              <a:t>Stakeholders review and approve implementation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74BAB682-42D9-328E-E1D0-B8D32BFB2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071" y="1463752"/>
            <a:ext cx="1979859" cy="43513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48560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Getting Started Checklist</vt:lpstr>
      <vt:lpstr>Getting Started Checklist (Continued)</vt:lpstr>
      <vt:lpstr>High Level AI Assisted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2026-03-05T21:15:58Z</dcterms:created>
  <dcterms:modified xsi:type="dcterms:W3CDTF">2026-03-05T21:16:21Z</dcterms:modified>
</cp:coreProperties>
</file>