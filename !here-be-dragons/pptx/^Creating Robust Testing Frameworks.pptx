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428" r:id="rId2"/>
    <p:sldId id="429" r:id="rId3"/>
    <p:sldId id="430" r:id="rId4"/>
    <p:sldId id="431" r:id="rId5"/>
    <p:sldId id="432" r:id="rId6"/>
    <p:sldId id="43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E5631DC-E483-4C02-9BF2-2E1A18C06712}">
          <p14:sldIdLst/>
        </p14:section>
        <p14:section name="Creating Robust Testing Frameworks" id="{5509BD5C-A9DA-4327-8514-52223D757FF2}">
          <p14:sldIdLst>
            <p14:sldId id="428"/>
            <p14:sldId id="429"/>
            <p14:sldId id="430"/>
            <p14:sldId id="431"/>
            <p14:sldId id="432"/>
            <p14:sldId id="43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62C8C0-FC21-4A0F-854B-3A334838E35F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4436FD-DE6F-4BDF-8C06-DA091E6E3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25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Introduce this module as the backbone of safe AI-assisted development. Testing frameworks are the ultimate guardrail — they allow teams to modernize brownfield systems confidently and incrementally. Emphasize that robust tests are not optional; they are the foundation of evergreen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Explain that AI accelerates test creation dramatically, but humans still validate correctness and intent. Comprehensive test suites give teams the confidence to refactor and modernize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Test suites age just like code. Without maintenance, they become brittle, noisy, or misleading. Encourage teams to treat test suites as living artifacts that evolve with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AI is excellent at pattern detection and coverage suggestions, but humans validate whether tests reflect real business rules. Together, they create a multi-layered validation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High coverage numbers can be deceptive. The goal is not 100% coverage — it’s meaningful coverage that protects behavior without creating maintenance burdens. Encourage teams to focus on value, not vanity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Encourage participants to treat this as a real modernization task. The goal is not to generate as many tests as possible — it’s to improve the safety and clarity of the testing framework in a targeted, maintainable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8B76E-C79C-3882-CC74-4253A1249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56D592-09CE-5171-125A-A82DDD4D3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1D0F2-E6DB-25B2-50A7-0CE76F9FD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1B378-6EC3-43F0-91E7-6D24F675636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852C9-AF8A-6928-74A4-4768009F5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37BD0-159C-1F17-5C83-FB8CE4752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23519-E271-4474-AC2E-694A3FBEB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689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8FEF-E71E-43F2-EFAA-CEF61567C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B2C8E-121A-1DDC-15CD-BD851DDE3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4F308-0D1F-E3CF-56BC-7E059A13B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1B378-6EC3-43F0-91E7-6D24F675636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AC177-30EB-D998-E5D5-9D46E038A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D47F1-A2F6-E752-D37E-B2B829419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23519-E271-4474-AC2E-694A3FBEB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607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78463-8E6C-F965-156D-2660E7B6A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E1566-7DBC-D8CE-6384-85269A613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9158E-554D-2F2B-7D65-3DB56C009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1B378-6EC3-43F0-91E7-6D24F675636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D42D8-0DE1-CA2D-1ED5-41FDD3825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A5C28-C737-EB89-FE2F-3C71CA4AE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23519-E271-4474-AC2E-694A3FBEB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694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CE53C-FA2F-EFB2-C2EB-AE9D090B1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1E8CE-5A07-28B3-A6F1-BDBC0DEF8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250F0-2C8B-0730-9258-66589D8FF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9C8E8A-33EF-D59B-3B83-A24370AA2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1B378-6EC3-43F0-91E7-6D24F675636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3FCA5-39D3-E252-4E1E-DFDB7C8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928C8-9D30-7F1A-AC39-C961B639D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23519-E271-4474-AC2E-694A3FBEB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289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74D67-6266-3449-5956-C59FF789C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AE668-4823-CC70-3D41-2CF4AA629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856370-C84C-90D9-A643-D6D1BD53C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976D39-A6AE-CEA9-0214-22E0786F0A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8F3852-90F3-3A26-91B7-F9A4A6B3BA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79AA2B-B731-D022-B4DE-EB024F4A3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1B378-6EC3-43F0-91E7-6D24F675636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D5CF91-01B2-C8C0-57EC-7553681B6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4DFA18-D178-D6F6-22F8-7C1BE76AA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23519-E271-4474-AC2E-694A3FBEB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405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F72E-BAF5-2D9A-EDDF-95A8EC0CF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B12929-78EC-9271-056E-FF6B05357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1B378-6EC3-43F0-91E7-6D24F675636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61F7CC-3756-7D43-E3D2-D668CDE4A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0C88D-1BD7-CAA3-B31D-B935D5329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23519-E271-4474-AC2E-694A3FBEB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31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D5E8CF-8FBC-2BC8-B9A1-0E56770B7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1B378-6EC3-43F0-91E7-6D24F675636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F5AFD3-E444-1452-A0E6-47417631B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BD195-1B9C-D8A0-7AED-7EBCE4A87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23519-E271-4474-AC2E-694A3FBEB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70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C1840-28EB-A2C3-28F7-88F27FABF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7B83B-6B05-30CB-AE16-21F4F7E95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999BD-5E60-7362-DDDF-622195539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2E1A9-0BC2-C34F-A36F-D49519C8C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1B378-6EC3-43F0-91E7-6D24F675636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4F838-1590-9696-4460-D639A8874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A3E17-4553-586E-DFE4-1EFACE498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23519-E271-4474-AC2E-694A3FBEB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394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98A60-F7A4-2F0D-0FF2-A0F53E590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B1717A-8A8B-FE9A-7FF6-20363B0123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2CD1D5-BB7E-AECB-50F6-43D8A0FD1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F941D-FA19-11F1-A391-02CD60E77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1B378-6EC3-43F0-91E7-6D24F675636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D7CB2-8104-8DEC-9D47-805CC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78132-018E-BB0A-B49F-279269FE0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23519-E271-4474-AC2E-694A3FBEB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23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4FFCE-96C7-9FEE-E7EE-7038062F0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FA1A57-28B7-FC5D-01C2-2F121C6C3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834DE-73F2-9888-BBF3-4BD6EEB7D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1B378-6EC3-43F0-91E7-6D24F675636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F75C0-1C25-CC5B-ADF3-F0D314B2F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AAA11-9055-CE38-BBD4-361A4E5CC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23519-E271-4474-AC2E-694A3FBEB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239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4CE6AB-785E-58C4-F0EB-09340C3B5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12EFFF-AAE5-9165-E376-D44E8D3DCB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21A3F-38D6-885C-045E-B3F40E121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1B378-6EC3-43F0-91E7-6D24F675636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EAB7E-C42D-15A2-7106-36B2B3FA9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5DEA9-92D9-0894-86F5-9826622E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23519-E271-4474-AC2E-694A3FBEB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845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A5E73E-7071-8160-BAE7-A7F43547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B81CD-AFCD-003E-4894-6E4662820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89A36-5E42-EFB8-23D1-DBE370C765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91B378-6EC3-43F0-91E7-6D24F675636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969B0-848D-89CF-25E5-3B150BBF51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DCDDD-3B22-4EC5-3119-AA5E17C071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F23519-E271-4474-AC2E-694A3FBEB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30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Creating Robust Testing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Generating comprehensive test suites</a:t>
            </a:r>
          </a:p>
          <a:p>
            <a:pPr lvl="0"/>
            <a:r>
              <a:t>Managing test suites over time</a:t>
            </a:r>
          </a:p>
          <a:p>
            <a:pPr lvl="0"/>
            <a:r>
              <a:t>Test review and validation strategies</a:t>
            </a:r>
          </a:p>
          <a:p>
            <a:pPr lvl="0"/>
            <a:r>
              <a:t>Balancing test coverage with maintainability</a:t>
            </a:r>
          </a:p>
          <a:p>
            <a:pPr lvl="0"/>
            <a:r>
              <a:t>Exercise: Strengthening your testing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200" b="1" dirty="0"/>
              <a:t>Generating Comprehensive Test Suites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AI can help generate:</a:t>
            </a:r>
          </a:p>
          <a:p>
            <a:pPr lvl="0"/>
            <a:r>
              <a:rPr dirty="0"/>
              <a:t>Unit tests</a:t>
            </a:r>
          </a:p>
          <a:p>
            <a:pPr lvl="0"/>
            <a:r>
              <a:rPr dirty="0"/>
              <a:t>Integration tests</a:t>
            </a:r>
          </a:p>
          <a:p>
            <a:pPr lvl="0"/>
            <a:r>
              <a:rPr dirty="0"/>
              <a:t>End-to-end tests</a:t>
            </a:r>
          </a:p>
          <a:p>
            <a:pPr lvl="0"/>
            <a:r>
              <a:rPr dirty="0"/>
              <a:t>Snapshot and contract tests</a:t>
            </a:r>
          </a:p>
          <a:p>
            <a:pPr lvl="0"/>
            <a:r>
              <a:rPr dirty="0"/>
              <a:t>Edge-case and regression tests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Benefits</a:t>
            </a:r>
          </a:p>
          <a:p>
            <a:pPr lvl="0"/>
            <a:r>
              <a:rPr dirty="0"/>
              <a:t>Faster coverage expansion</a:t>
            </a:r>
          </a:p>
          <a:p>
            <a:pPr lvl="0"/>
            <a:r>
              <a:rPr dirty="0"/>
              <a:t>Consistent test structure</a:t>
            </a:r>
          </a:p>
          <a:p>
            <a:pPr lvl="0"/>
            <a:r>
              <a:rPr dirty="0"/>
              <a:t>Reduced onboarding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Managing Test Suites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Key Practices</a:t>
            </a:r>
          </a:p>
          <a:p>
            <a:pPr lvl="0"/>
            <a:r>
              <a:t>Regularly prune obsolete tests</a:t>
            </a:r>
          </a:p>
          <a:p>
            <a:pPr lvl="0"/>
            <a:r>
              <a:t>Update tests alongside code changes</a:t>
            </a:r>
          </a:p>
          <a:p>
            <a:pPr lvl="0"/>
            <a:r>
              <a:t>Maintain clear naming and structure</a:t>
            </a:r>
          </a:p>
          <a:p>
            <a:pPr lvl="0"/>
            <a:r>
              <a:t>Use coverage reports to guide improvements</a:t>
            </a:r>
          </a:p>
          <a:p>
            <a:pPr lvl="0"/>
            <a:r>
              <a:t>Version-control test strategy documents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733" b="1" dirty="0"/>
              <a:t>Test Review &amp; Validation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AI-assisted review can:</a:t>
            </a:r>
          </a:p>
          <a:p>
            <a:pPr lvl="0"/>
            <a:r>
              <a:t>Detect missing assertions</a:t>
            </a:r>
          </a:p>
          <a:p>
            <a:pPr lvl="0"/>
            <a:r>
              <a:t>Identify redundant tests</a:t>
            </a:r>
          </a:p>
          <a:p>
            <a:pPr lvl="0"/>
            <a:r>
              <a:t>Suggest edge cases</a:t>
            </a:r>
          </a:p>
          <a:p>
            <a:pPr lvl="0"/>
            <a:r>
              <a:t>Flag inconsistent patterns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/>
              <a:t>Human reviewers focus on:</a:t>
            </a:r>
          </a:p>
          <a:p>
            <a:pPr lvl="0"/>
            <a:r>
              <a:t>Intent correctness</a:t>
            </a:r>
          </a:p>
          <a:p>
            <a:pPr lvl="0"/>
            <a:r>
              <a:t>Business logic validation</a:t>
            </a:r>
          </a:p>
          <a:p>
            <a:pPr lvl="0"/>
            <a:r>
              <a:t>Architectural alignment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2667" b="1" dirty="0"/>
              <a:t>Balancing Test Coverage with Maintainability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Principles</a:t>
            </a:r>
          </a:p>
          <a:p>
            <a:pPr lvl="0"/>
            <a:r>
              <a:rPr dirty="0"/>
              <a:t>Aim for meaningful coverage, not maximal coverage</a:t>
            </a:r>
          </a:p>
          <a:p>
            <a:pPr lvl="0"/>
            <a:r>
              <a:rPr dirty="0"/>
              <a:t>Prioritize high-risk and high-change areas</a:t>
            </a:r>
          </a:p>
          <a:p>
            <a:pPr lvl="0"/>
            <a:r>
              <a:rPr dirty="0"/>
              <a:t>Avoid over-testing implementation details</a:t>
            </a:r>
          </a:p>
          <a:p>
            <a:pPr lvl="0"/>
            <a:r>
              <a:rPr dirty="0"/>
              <a:t>Keep tests readable and maintainable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Exercise: Strengthening Your Testing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625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Duration</a:t>
            </a:r>
          </a:p>
          <a:p>
            <a:pPr marL="0" indent="0">
              <a:buNone/>
            </a:pPr>
            <a:r>
              <a:rPr dirty="0"/>
              <a:t>20 minutes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Objectives</a:t>
            </a:r>
          </a:p>
          <a:p>
            <a:pPr lvl="0"/>
            <a:r>
              <a:rPr dirty="0"/>
              <a:t>Identify gaps in an existing test suite</a:t>
            </a:r>
          </a:p>
          <a:p>
            <a:pPr lvl="0"/>
            <a:r>
              <a:rPr dirty="0"/>
              <a:t>Use AI to generate missing tests</a:t>
            </a:r>
          </a:p>
          <a:p>
            <a:pPr lvl="0"/>
            <a:r>
              <a:rPr dirty="0"/>
              <a:t>Improve maintainability and structure</a:t>
            </a:r>
          </a:p>
          <a:p>
            <a:pPr lvl="0"/>
            <a:r>
              <a:rPr dirty="0"/>
              <a:t>Validate tests for correctness and intent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Activities</a:t>
            </a:r>
          </a:p>
          <a:p>
            <a:pPr marL="457189" indent="-457189">
              <a:buAutoNum type="arabicPeriod"/>
            </a:pPr>
            <a:r>
              <a:rPr dirty="0"/>
              <a:t>Select a brownfield module or function.</a:t>
            </a:r>
          </a:p>
          <a:p>
            <a:pPr marL="457189" indent="-457189">
              <a:buAutoNum type="arabicPeriod"/>
            </a:pPr>
            <a:r>
              <a:rPr dirty="0"/>
              <a:t>Review existing tests for:</a:t>
            </a:r>
          </a:p>
          <a:p>
            <a:pPr lvl="1"/>
            <a:r>
              <a:rPr dirty="0"/>
              <a:t>Coverage gaps</a:t>
            </a:r>
          </a:p>
          <a:p>
            <a:pPr lvl="1"/>
            <a:r>
              <a:rPr dirty="0"/>
              <a:t>Redundant or brittle tests</a:t>
            </a:r>
          </a:p>
          <a:p>
            <a:pPr lvl="1"/>
            <a:r>
              <a:rPr dirty="0"/>
              <a:t>Missing edge cases</a:t>
            </a:r>
          </a:p>
          <a:p>
            <a:pPr marL="457189" indent="-457189">
              <a:buAutoNum type="arabicPeriod"/>
            </a:pPr>
            <a:r>
              <a:rPr dirty="0"/>
              <a:t>Ask AI to generate missing tests.</a:t>
            </a:r>
          </a:p>
          <a:p>
            <a:pPr marL="457189" indent="-457189">
              <a:buAutoNum type="arabicPeriod"/>
            </a:pPr>
            <a:r>
              <a:rPr dirty="0"/>
              <a:t>Validate AI-generated tests for correctness.</a:t>
            </a:r>
          </a:p>
          <a:p>
            <a:pPr marL="457189" indent="-457189">
              <a:buAutoNum type="arabicPeriod"/>
            </a:pPr>
            <a:r>
              <a:rPr dirty="0"/>
              <a:t>Refactor or reorganize tests for clarity.</a:t>
            </a:r>
          </a:p>
          <a:p>
            <a:pPr marL="457189" indent="-457189">
              <a:buAutoNum type="arabicPeriod"/>
            </a:pPr>
            <a:r>
              <a:rPr dirty="0"/>
              <a:t>Add provenance metadata to all new tests.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Success Criteria</a:t>
            </a:r>
          </a:p>
          <a:p>
            <a:pPr lvl="0"/>
            <a:r>
              <a:rPr dirty="0"/>
              <a:t>Coverage gaps are identified and addressed</a:t>
            </a:r>
          </a:p>
          <a:p>
            <a:pPr lvl="0"/>
            <a:r>
              <a:rPr dirty="0"/>
              <a:t>AI-generated tests are validated and correct</a:t>
            </a:r>
          </a:p>
          <a:p>
            <a:pPr lvl="0"/>
            <a:r>
              <a:rPr dirty="0"/>
              <a:t>Test suite readability and structure improve</a:t>
            </a:r>
          </a:p>
          <a:p>
            <a:pPr lvl="0"/>
            <a:r>
              <a:rPr dirty="0"/>
              <a:t>Provenance metadata is included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482</Words>
  <Application>Microsoft Office PowerPoint</Application>
  <PresentationFormat>Widescreen</PresentationFormat>
  <Paragraphs>75</Paragraphs>
  <Slides>6</Slides>
  <Notes>6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Creating Robust Testing Frameworks</vt:lpstr>
      <vt:lpstr>Generating Comprehensive Test Suites</vt:lpstr>
      <vt:lpstr>Managing Test Suites Over Time</vt:lpstr>
      <vt:lpstr>Test Review &amp; Validation Strategies</vt:lpstr>
      <vt:lpstr>Balancing Test Coverage with Maintainability</vt:lpstr>
      <vt:lpstr>Exercise: Strengthening Your Testing Framework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1</cp:revision>
  <dcterms:created xsi:type="dcterms:W3CDTF">2026-03-05T21:00:59Z</dcterms:created>
  <dcterms:modified xsi:type="dcterms:W3CDTF">2026-03-05T21:01:26Z</dcterms:modified>
</cp:coreProperties>
</file>