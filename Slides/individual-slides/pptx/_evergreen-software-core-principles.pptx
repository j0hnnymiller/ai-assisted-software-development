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9" r:id="rId2"/>
    <p:sldId id="34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F6F3-8057-F6B5-B393-5382131AF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A9DFB-7664-C45C-7AB4-705AC3DAF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4096-00F8-A187-64A3-05C4CF22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7F79B-E829-773B-4D77-84D68ECD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C654-FA8B-5B7F-641B-E685C4D93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1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B933-E48B-FED4-E168-28AEC61E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7476-F640-FED0-E37E-F9CC09069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1FDC2-3EE3-4D8B-AC5B-169E45D2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B263E-C18E-8846-E3A9-6E920CFE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6B86-9695-40D6-E400-54A34509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7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7527-5047-7A02-33BC-5ADABFDD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75EA-E884-2990-1B9E-772238A2C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54AC-1309-FD23-E610-617B1CA1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0F43B-DED0-70EE-3B24-BF221A57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8293-8C0C-64F2-56B9-A1F620AD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2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90C2-BEB5-4F58-6414-5F550AC7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3266-EA55-3431-6DD6-8334CDBAA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861E3-220E-FA29-CD9D-D9F1B521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D9380-7DA2-566E-B6E7-E32684FA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F8396-CF2C-BEE6-3611-B5DC8654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AAEFD-9605-8385-CF3A-66EE247F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B740-6E34-5132-0963-73E93D60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800B7-A948-90DC-CF7B-FA72D1B12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32D48-C81B-59AC-FF5A-2623BA18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AA73F-28DD-72F1-DB3E-472079D8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396D0-D2BB-9017-B430-CFBD1E958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0CF37-4554-83F4-6469-B6BA3EB5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8EF5D-6FCE-2579-312E-F1C336D3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889C1-2091-7C97-7E3E-9794D910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7F03-3071-F5A6-7EA0-6586A6B5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6FF53-8718-F5D0-904F-F9BD46C5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113D9-C955-8DDA-FCED-8573B3BB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46632-CC07-1A18-A953-B3286E54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F7693-B881-F400-AE14-3A3808C5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B207D-8BF9-5874-4220-31C59C4C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A02D6-BDB5-8C7A-CD32-588D9117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7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5A46-3D9F-3E12-3E26-612AB61A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0071-458A-FC96-8C4F-17776279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AFEDA-73E9-BE3D-5A9A-3ED3BAEBE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14994-563B-E040-6408-0E8FE937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3D6DB-8872-2D2E-A88F-095FDC18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A3A9C-CB22-2513-C96B-24FC25F1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1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39A1-A7C4-6E59-CF5D-4775E049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3D7D6-BD53-94DA-7AF1-B70EBF0F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B7AD3-69C7-0E54-302D-887260F85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9D301-FA87-C480-6E45-F09EA29FE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19BF-5733-0F3E-AE80-E6209D7A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873D0-842B-7825-10E6-AF3E2EF3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9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8C06-DF6F-B50B-67A2-2F03ACF1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DDB80-4BF4-3B4B-DFC8-8447C8E84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416F-CFB9-96C3-3CF0-44537310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D3FF0-08D4-529F-F061-F7232FD6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BEC8-2DC7-24B7-2BE4-F6F7B55E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0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7688B-D2DD-AD1F-B4DC-50A891940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EE03D-BCED-ABAE-59A7-EF9C555A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749E-ADC0-DBAE-A904-8D562DA7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9761-1912-90E3-FF8C-8D9251B5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AA49B-4CEA-F5DF-34B4-358FE6D6A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DACFA-D9AB-F5C1-4800-D36F9DE6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33B2-1157-3BF3-0539-B6801818A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D049-B866-F896-B1A2-C5045BF06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21DD9-9A93-42F4-9967-6FA4C0EBB71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58510-2EEF-4B80-F95D-98CD15172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9AC2A-C75E-1D67-B136-C41DECFE3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80B27-0933-4273-AEA4-717705111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1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89E8-366B-DE4A-3987-2B1ABE59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33" dirty="0"/>
              <a:t>Evergreen Software Development - Core Principles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B2FB-58EC-B015-73A1-71A8AF4A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Intent‑First Design</a:t>
            </a:r>
          </a:p>
          <a:p>
            <a:pPr lvl="1"/>
            <a:r>
              <a:rPr lang="en-US" dirty="0"/>
              <a:t>Define the system’s purpose, invariants, and boundaries before writing code to ensure long‑term clarity.</a:t>
            </a:r>
          </a:p>
          <a:p>
            <a:r>
              <a:rPr lang="en-US" b="1" dirty="0"/>
              <a:t>Stable Interfaces, Evolving Internals</a:t>
            </a:r>
          </a:p>
          <a:p>
            <a:pPr lvl="1"/>
            <a:r>
              <a:rPr lang="en-US" dirty="0"/>
              <a:t>Keep contracts predictable while allowing implementations to improve continuously.</a:t>
            </a:r>
          </a:p>
          <a:p>
            <a:r>
              <a:rPr lang="en-US" b="1" dirty="0"/>
              <a:t>Continuous Regeneration with Guardrails</a:t>
            </a:r>
          </a:p>
          <a:p>
            <a:pPr lvl="1"/>
            <a:r>
              <a:rPr lang="en-US" dirty="0"/>
              <a:t>Use AI to rewrite or extend components safely, backed by tests, specs, and architectural constraints.</a:t>
            </a:r>
          </a:p>
          <a:p>
            <a:r>
              <a:rPr lang="en-US" b="1" dirty="0"/>
              <a:t>Modular, Replaceable Components</a:t>
            </a:r>
          </a:p>
          <a:p>
            <a:pPr lvl="1"/>
            <a:r>
              <a:rPr lang="en-US" dirty="0"/>
              <a:t>Structure the system so any part can be regenerated, swapped, or upgraded without cascading breakage.</a:t>
            </a:r>
          </a:p>
          <a:p>
            <a:r>
              <a:rPr lang="en-US" b="1" dirty="0"/>
              <a:t>Lifecycle Governance</a:t>
            </a:r>
          </a:p>
          <a:p>
            <a:pPr lvl="1"/>
            <a:r>
              <a:rPr lang="en-US" dirty="0"/>
              <a:t>Maintain quality through automated tests, versioning discipline, and human‑in‑the‑loop 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4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F52D-1CB5-EA4A-363F-6C6F7BFC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33" dirty="0"/>
              <a:t>Why Software Fails to Be Evergreen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08B3-2D49-4D0A-4B73-17410FD8D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Intent Rot</a:t>
            </a:r>
          </a:p>
          <a:p>
            <a:pPr lvl="1"/>
            <a:r>
              <a:rPr lang="en-US" dirty="0"/>
              <a:t>The original purpose, constraints, and invariants are undocumented or lost, making safe regeneration impossible.</a:t>
            </a:r>
          </a:p>
          <a:p>
            <a:r>
              <a:rPr lang="en-US" b="1" dirty="0"/>
              <a:t>Unstable or Leaky Interfaces</a:t>
            </a:r>
          </a:p>
          <a:p>
            <a:pPr lvl="1"/>
            <a:r>
              <a:rPr lang="en-US" dirty="0"/>
              <a:t>APIs, data contracts, and boundaries change unpredictably, causing cascading breakage when internals evolve.</a:t>
            </a:r>
          </a:p>
          <a:p>
            <a:r>
              <a:rPr lang="en-US" b="1" dirty="0"/>
              <a:t>Tightly Coupled Architecture</a:t>
            </a:r>
          </a:p>
          <a:p>
            <a:pPr lvl="1"/>
            <a:r>
              <a:rPr lang="en-US" dirty="0"/>
              <a:t>Components depend on each other’s internal details, preventing isolated regeneration or replacement.</a:t>
            </a:r>
          </a:p>
          <a:p>
            <a:r>
              <a:rPr lang="en-US" b="1" dirty="0"/>
              <a:t>Insufficient Guardrails</a:t>
            </a:r>
          </a:p>
          <a:p>
            <a:pPr lvl="1"/>
            <a:r>
              <a:rPr lang="en-US" dirty="0"/>
              <a:t>Missing tests, specs, or validation layers mean AI‑assisted regeneration can’t be trusted to preserve behavior.</a:t>
            </a:r>
          </a:p>
          <a:p>
            <a:r>
              <a:rPr lang="en-US" b="1" dirty="0"/>
              <a:t>One‑Off Patches and Drift</a:t>
            </a:r>
          </a:p>
          <a:p>
            <a:pPr lvl="1"/>
            <a:r>
              <a:rPr lang="en-US" dirty="0"/>
              <a:t>Ad‑hoc fixes accumulate, diverging the system from its intended design and making regeneration unsafe.</a:t>
            </a:r>
          </a:p>
        </p:txBody>
      </p:sp>
    </p:spTree>
    <p:extLst>
      <p:ext uri="{BB962C8B-B14F-4D97-AF65-F5344CB8AC3E}">
        <p14:creationId xmlns:p14="http://schemas.microsoft.com/office/powerpoint/2010/main" val="427402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Evergreen Software Development - Core Principles </vt:lpstr>
      <vt:lpstr>Why Software Fails to Be Evergreen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2026-03-17T14:51:40Z</dcterms:created>
  <dcterms:modified xsi:type="dcterms:W3CDTF">2026-03-17T14:52:32Z</dcterms:modified>
</cp:coreProperties>
</file>